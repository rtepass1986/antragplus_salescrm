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95" r:id="rId2"/>
    <p:sldId id="292" r:id="rId3"/>
    <p:sldId id="257" r:id="rId4"/>
    <p:sldId id="260" r:id="rId5"/>
    <p:sldId id="259" r:id="rId6"/>
    <p:sldId id="258" r:id="rId7"/>
    <p:sldId id="261" r:id="rId8"/>
    <p:sldId id="262" r:id="rId9"/>
    <p:sldId id="263" r:id="rId10"/>
    <p:sldId id="284" r:id="rId11"/>
    <p:sldId id="285" r:id="rId12"/>
    <p:sldId id="286" r:id="rId13"/>
    <p:sldId id="287" r:id="rId14"/>
    <p:sldId id="264" r:id="rId15"/>
    <p:sldId id="265" r:id="rId16"/>
    <p:sldId id="266" r:id="rId17"/>
    <p:sldId id="269" r:id="rId18"/>
    <p:sldId id="275" r:id="rId19"/>
    <p:sldId id="271" r:id="rId20"/>
    <p:sldId id="288" r:id="rId21"/>
    <p:sldId id="297" r:id="rId22"/>
    <p:sldId id="296" r:id="rId23"/>
    <p:sldId id="270" r:id="rId24"/>
    <p:sldId id="273" r:id="rId25"/>
    <p:sldId id="277" r:id="rId26"/>
    <p:sldId id="276" r:id="rId27"/>
    <p:sldId id="280" r:id="rId28"/>
    <p:sldId id="278" r:id="rId29"/>
    <p:sldId id="298" r:id="rId30"/>
    <p:sldId id="299" r:id="rId31"/>
    <p:sldId id="300" r:id="rId32"/>
    <p:sldId id="283" r:id="rId33"/>
    <p:sldId id="268" r:id="rId34"/>
    <p:sldId id="293" r:id="rId35"/>
    <p:sldId id="290" r:id="rId36"/>
    <p:sldId id="291" r:id="rId37"/>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Slides" id="{3F949478-15A4-4776-8378-9F963AFB5122}">
          <p14:sldIdLst>
            <p14:sldId id="295"/>
          </p14:sldIdLst>
        </p14:section>
        <p14:section name="About Us" id="{4B83E61D-E3B8-4792-B7B8-6F4ACE457306}">
          <p14:sldIdLst>
            <p14:sldId id="292"/>
            <p14:sldId id="257"/>
            <p14:sldId id="260"/>
            <p14:sldId id="259"/>
            <p14:sldId id="258"/>
            <p14:sldId id="261"/>
            <p14:sldId id="262"/>
            <p14:sldId id="263"/>
          </p14:sldIdLst>
        </p14:section>
        <p14:section name="Our Team" id="{DC5487BD-5A63-4B49-A359-4B203993D3CF}">
          <p14:sldIdLst>
            <p14:sldId id="284"/>
            <p14:sldId id="285"/>
            <p14:sldId id="286"/>
            <p14:sldId id="287"/>
          </p14:sldIdLst>
        </p14:section>
        <p14:section name="Our Services" id="{FD09F602-E93B-49FA-9346-D43C3F277750}">
          <p14:sldIdLst>
            <p14:sldId id="264"/>
            <p14:sldId id="265"/>
            <p14:sldId id="266"/>
            <p14:sldId id="269"/>
          </p14:sldIdLst>
        </p14:section>
        <p14:section name="Break Slides" id="{E5D1CC94-4A86-43C5-8EE6-A8E84BB4AA20}">
          <p14:sldIdLst>
            <p14:sldId id="275"/>
          </p14:sldIdLst>
        </p14:section>
        <p14:section name="Our Portfolio" id="{3051626B-5B14-47E4-8754-3F9110B7E1E0}">
          <p14:sldIdLst>
            <p14:sldId id="271"/>
            <p14:sldId id="288"/>
            <p14:sldId id="297"/>
            <p14:sldId id="296"/>
            <p14:sldId id="270"/>
            <p14:sldId id="273"/>
          </p14:sldIdLst>
        </p14:section>
        <p14:section name="Mockup Devices" id="{47BFDBB9-54EF-4A02-8EEC-274CCDB8E27C}">
          <p14:sldIdLst>
            <p14:sldId id="277"/>
            <p14:sldId id="276"/>
            <p14:sldId id="280"/>
            <p14:sldId id="278"/>
          </p14:sldIdLst>
        </p14:section>
        <p14:section name="Company Road Map" id="{495A8DAC-1184-4FE7-8723-040FE99A32E8}">
          <p14:sldIdLst>
            <p14:sldId id="298"/>
            <p14:sldId id="299"/>
            <p14:sldId id="300"/>
          </p14:sldIdLst>
        </p14:section>
        <p14:section name="Our Chart" id="{BF0A4272-08FD-4068-B75B-8547D7C1A018}">
          <p14:sldIdLst>
            <p14:sldId id="283"/>
          </p14:sldIdLst>
        </p14:section>
        <p14:section name="Pricing Tables" id="{EB5B77D3-BFA4-4917-B5C9-2CD9784595AE}">
          <p14:sldIdLst>
            <p14:sldId id="268"/>
          </p14:sldIdLst>
        </p14:section>
        <p14:section name="Quotes" id="{CEF45FA9-729F-4808-B7C8-C0EDE4501231}">
          <p14:sldIdLst>
            <p14:sldId id="293"/>
          </p14:sldIdLst>
        </p14:section>
        <p14:section name="Contact Us" id="{7118054F-ADED-43BA-99B7-9236F25B5927}">
          <p14:sldIdLst>
            <p14:sldId id="290"/>
          </p14:sldIdLst>
        </p14:section>
        <p14:section name="Ending Slides" id="{E478779C-C4DC-4FC6-900F-9FEBC0CAE2AE}">
          <p14:sldIdLst>
            <p14:sldId id="29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A1A7"/>
    <a:srgbClr val="F8453C"/>
    <a:srgbClr val="F54051"/>
    <a:srgbClr val="636772"/>
    <a:srgbClr val="848995"/>
    <a:srgbClr val="032610"/>
    <a:srgbClr val="0F591C"/>
    <a:srgbClr val="48B267"/>
    <a:srgbClr val="00393A"/>
    <a:srgbClr val="013B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44" autoAdjust="0"/>
    <p:restoredTop sz="94394" autoAdjust="0"/>
  </p:normalViewPr>
  <p:slideViewPr>
    <p:cSldViewPr snapToGrid="0">
      <p:cViewPr>
        <p:scale>
          <a:sx n="60" d="100"/>
          <a:sy n="60" d="100"/>
        </p:scale>
        <p:origin x="522" y="348"/>
      </p:cViewPr>
      <p:guideLst/>
    </p:cSldViewPr>
  </p:slideViewPr>
  <p:notesTextViewPr>
    <p:cViewPr>
      <p:scale>
        <a:sx n="1" d="1"/>
        <a:sy n="1" d="1"/>
      </p:scale>
      <p:origin x="0" y="0"/>
    </p:cViewPr>
  </p:notesTextViewPr>
  <p:sorterViewPr>
    <p:cViewPr>
      <p:scale>
        <a:sx n="90" d="100"/>
        <a:sy n="90" d="100"/>
      </p:scale>
      <p:origin x="0" y="-22356"/>
    </p:cViewPr>
  </p:sorterViewPr>
  <p:notesViewPr>
    <p:cSldViewPr snapToGrid="0">
      <p:cViewPr varScale="1">
        <p:scale>
          <a:sx n="56" d="100"/>
          <a:sy n="56" d="100"/>
        </p:scale>
        <p:origin x="1956"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Series 1</c:v>
                </c:pt>
              </c:strCache>
            </c:strRef>
          </c:tx>
          <c:spPr>
            <a:solidFill>
              <a:schemeClr val="accent4"/>
            </a:solidFill>
            <a:ln>
              <a:noFill/>
            </a:ln>
            <a:effectLst/>
          </c:spPr>
          <c:cat>
            <c:numRef>
              <c:f>Sheet1!$A$2:$A$6</c:f>
              <c:numCache>
                <c:formatCode>m/d/yyyy</c:formatCode>
                <c:ptCount val="5"/>
                <c:pt idx="0">
                  <c:v>37377</c:v>
                </c:pt>
                <c:pt idx="1">
                  <c:v>37408</c:v>
                </c:pt>
                <c:pt idx="2">
                  <c:v>37438</c:v>
                </c:pt>
                <c:pt idx="3">
                  <c:v>37469</c:v>
                </c:pt>
                <c:pt idx="4">
                  <c:v>37500</c:v>
                </c:pt>
              </c:numCache>
            </c:numRef>
          </c:cat>
          <c:val>
            <c:numRef>
              <c:f>Sheet1!$B$2:$B$6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64B5-48D7-A979-87793D7DA059}"/>
            </c:ext>
          </c:extLst>
        </c:ser>
        <c:ser>
          <c:idx val="1"/>
          <c:order val="1"/>
          <c:tx>
            <c:strRef>
              <c:f>Sheet1!$C$1</c:f>
              <c:strCache>
                <c:ptCount val="1"/>
                <c:pt idx="0">
                  <c:v>Series 2</c:v>
                </c:pt>
              </c:strCache>
            </c:strRef>
          </c:tx>
          <c:spPr>
            <a:solidFill>
              <a:schemeClr val="accent5"/>
            </a:solidFill>
            <a:ln>
              <a:noFill/>
            </a:ln>
            <a:effectLst/>
          </c:spPr>
          <c:cat>
            <c:numRef>
              <c:f>Sheet1!$A$2:$A$6</c:f>
              <c:numCache>
                <c:formatCode>m/d/yyyy</c:formatCode>
                <c:ptCount val="5"/>
                <c:pt idx="0">
                  <c:v>37377</c:v>
                </c:pt>
                <c:pt idx="1">
                  <c:v>37408</c:v>
                </c:pt>
                <c:pt idx="2">
                  <c:v>37438</c:v>
                </c:pt>
                <c:pt idx="3">
                  <c:v>37469</c:v>
                </c:pt>
                <c:pt idx="4">
                  <c:v>37500</c:v>
                </c:pt>
              </c:numCache>
            </c:numRef>
          </c:cat>
          <c:val>
            <c:numRef>
              <c:f>Sheet1!$C$2:$C$6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1-64B5-48D7-A979-87793D7DA059}"/>
            </c:ext>
          </c:extLst>
        </c:ser>
        <c:dLbls>
          <c:showLegendKey val="0"/>
          <c:showVal val="0"/>
          <c:showCatName val="0"/>
          <c:showSerName val="0"/>
          <c:showPercent val="0"/>
          <c:showBubbleSize val="0"/>
        </c:dLbls>
        <c:axId val="1722005407"/>
        <c:axId val="1552333535"/>
      </c:areaChart>
      <c:dateAx>
        <c:axId val="1722005407"/>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1552333535"/>
        <c:crosses val="autoZero"/>
        <c:auto val="1"/>
        <c:lblOffset val="100"/>
        <c:baseTimeUnit val="months"/>
      </c:dateAx>
      <c:valAx>
        <c:axId val="15523335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1722005407"/>
        <c:crosses val="autoZero"/>
        <c:crossBetween val="midCat"/>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5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A5A7EC8-6535-4DAC-BC06-79E1DAAE8E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a:extLst>
              <a:ext uri="{FF2B5EF4-FFF2-40B4-BE49-F238E27FC236}">
                <a16:creationId xmlns:a16="http://schemas.microsoft.com/office/drawing/2014/main" id="{24254E00-3387-44FD-8B77-BFDCD4C64D9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79E331D-7E39-4723-84A8-F9CD1D4E5684}" type="datetimeFigureOut">
              <a:rPr lang="id-ID" smtClean="0"/>
              <a:t>29/11/2020</a:t>
            </a:fld>
            <a:endParaRPr lang="id-ID"/>
          </a:p>
        </p:txBody>
      </p:sp>
      <p:sp>
        <p:nvSpPr>
          <p:cNvPr id="4" name="Footer Placeholder 3">
            <a:extLst>
              <a:ext uri="{FF2B5EF4-FFF2-40B4-BE49-F238E27FC236}">
                <a16:creationId xmlns:a16="http://schemas.microsoft.com/office/drawing/2014/main" id="{6CD2D4CA-13B5-49D9-8710-3798E82835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Slide Number Placeholder 4">
            <a:extLst>
              <a:ext uri="{FF2B5EF4-FFF2-40B4-BE49-F238E27FC236}">
                <a16:creationId xmlns:a16="http://schemas.microsoft.com/office/drawing/2014/main" id="{2E73C95F-E2DC-4EE3-A560-F6E9136ED79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2FD43-012F-40BF-830A-CA751DEE36E9}" type="slidenum">
              <a:rPr lang="id-ID" smtClean="0"/>
              <a:t>‹#›</a:t>
            </a:fld>
            <a:endParaRPr lang="id-ID"/>
          </a:p>
        </p:txBody>
      </p:sp>
    </p:spTree>
    <p:extLst>
      <p:ext uri="{BB962C8B-B14F-4D97-AF65-F5344CB8AC3E}">
        <p14:creationId xmlns:p14="http://schemas.microsoft.com/office/powerpoint/2010/main" val="9507506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3FE085-6A0A-4BF7-842B-D77BE482B66F}" type="datetimeFigureOut">
              <a:rPr lang="id-ID" smtClean="0"/>
              <a:t>29/11/2020</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709BAE-B9D2-4EC3-BA2E-E82EC3E562B6}" type="slidenum">
              <a:rPr lang="id-ID" smtClean="0"/>
              <a:t>‹#›</a:t>
            </a:fld>
            <a:endParaRPr lang="id-ID"/>
          </a:p>
        </p:txBody>
      </p:sp>
    </p:spTree>
    <p:extLst>
      <p:ext uri="{BB962C8B-B14F-4D97-AF65-F5344CB8AC3E}">
        <p14:creationId xmlns:p14="http://schemas.microsoft.com/office/powerpoint/2010/main" val="2017631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7" name="Google Shape;62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3" name="Google Shape;65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6F62D298-0DF0-4CB5-815D-BE3EFA4C7144}"/>
              </a:ext>
            </a:extLst>
          </p:cNvPr>
          <p:cNvSpPr/>
          <p:nvPr userDrawn="1"/>
        </p:nvSpPr>
        <p:spPr>
          <a:xfrm>
            <a:off x="5891459" y="0"/>
            <a:ext cx="6063916" cy="6857999"/>
          </a:xfrm>
          <a:custGeom>
            <a:avLst/>
            <a:gdLst>
              <a:gd name="connsiteX0" fmla="*/ 1614499 w 6063916"/>
              <a:gd name="connsiteY0" fmla="*/ 0 h 6857999"/>
              <a:gd name="connsiteX1" fmla="*/ 6063916 w 6063916"/>
              <a:gd name="connsiteY1" fmla="*/ 0 h 6857999"/>
              <a:gd name="connsiteX2" fmla="*/ 6063916 w 6063916"/>
              <a:gd name="connsiteY2" fmla="*/ 1288509 h 6857999"/>
              <a:gd name="connsiteX3" fmla="*/ 4752756 w 6063916"/>
              <a:gd name="connsiteY3" fmla="*/ 6857999 h 6857999"/>
              <a:gd name="connsiteX4" fmla="*/ 4310051 w 6063916"/>
              <a:gd name="connsiteY4" fmla="*/ 6857999 h 6857999"/>
              <a:gd name="connsiteX5" fmla="*/ 3530266 w 6063916"/>
              <a:gd name="connsiteY5" fmla="*/ 6857999 h 6857999"/>
              <a:gd name="connsiteX6" fmla="*/ 0 w 6063916"/>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3916" h="6857999">
                <a:moveTo>
                  <a:pt x="1614499" y="0"/>
                </a:moveTo>
                <a:lnTo>
                  <a:pt x="6063916" y="0"/>
                </a:lnTo>
                <a:lnTo>
                  <a:pt x="6063916" y="1288509"/>
                </a:lnTo>
                <a:lnTo>
                  <a:pt x="4752756" y="6857999"/>
                </a:lnTo>
                <a:lnTo>
                  <a:pt x="4310051" y="6857999"/>
                </a:lnTo>
                <a:lnTo>
                  <a:pt x="3530266" y="6857999"/>
                </a:lnTo>
                <a:lnTo>
                  <a:pt x="0" y="6857999"/>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745E205A-0BA0-4931-9802-33C12924C14F}"/>
              </a:ext>
            </a:extLst>
          </p:cNvPr>
          <p:cNvSpPr>
            <a:spLocks noGrp="1"/>
          </p:cNvSpPr>
          <p:nvPr>
            <p:ph type="pic" sz="quarter" idx="10"/>
          </p:nvPr>
        </p:nvSpPr>
        <p:spPr>
          <a:xfrm>
            <a:off x="6128082" y="1"/>
            <a:ext cx="6063916" cy="6857999"/>
          </a:xfrm>
          <a:custGeom>
            <a:avLst/>
            <a:gdLst>
              <a:gd name="connsiteX0" fmla="*/ 1614499 w 6063916"/>
              <a:gd name="connsiteY0" fmla="*/ 0 h 6857999"/>
              <a:gd name="connsiteX1" fmla="*/ 6063916 w 6063916"/>
              <a:gd name="connsiteY1" fmla="*/ 0 h 6857999"/>
              <a:gd name="connsiteX2" fmla="*/ 6063916 w 6063916"/>
              <a:gd name="connsiteY2" fmla="*/ 1288509 h 6857999"/>
              <a:gd name="connsiteX3" fmla="*/ 4752756 w 6063916"/>
              <a:gd name="connsiteY3" fmla="*/ 6857999 h 6857999"/>
              <a:gd name="connsiteX4" fmla="*/ 4310051 w 6063916"/>
              <a:gd name="connsiteY4" fmla="*/ 6857999 h 6857999"/>
              <a:gd name="connsiteX5" fmla="*/ 3530266 w 6063916"/>
              <a:gd name="connsiteY5" fmla="*/ 6857999 h 6857999"/>
              <a:gd name="connsiteX6" fmla="*/ 0 w 6063916"/>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63916" h="6857999">
                <a:moveTo>
                  <a:pt x="1614499" y="0"/>
                </a:moveTo>
                <a:lnTo>
                  <a:pt x="6063916" y="0"/>
                </a:lnTo>
                <a:lnTo>
                  <a:pt x="6063916" y="1288509"/>
                </a:lnTo>
                <a:lnTo>
                  <a:pt x="4752756" y="6857999"/>
                </a:lnTo>
                <a:lnTo>
                  <a:pt x="4310051" y="6857999"/>
                </a:lnTo>
                <a:lnTo>
                  <a:pt x="3530266" y="6857999"/>
                </a:lnTo>
                <a:lnTo>
                  <a:pt x="0" y="6857999"/>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3997474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9C6189F0-5EC4-4A21-9BE8-EAC0ED1C60B2}"/>
              </a:ext>
            </a:extLst>
          </p:cNvPr>
          <p:cNvSpPr/>
          <p:nvPr userDrawn="1"/>
        </p:nvSpPr>
        <p:spPr>
          <a:xfrm>
            <a:off x="6096000" y="934120"/>
            <a:ext cx="6096000" cy="4989760"/>
          </a:xfrm>
          <a:custGeom>
            <a:avLst/>
            <a:gdLst>
              <a:gd name="connsiteX0" fmla="*/ 0 w 6096000"/>
              <a:gd name="connsiteY0" fmla="*/ 0 h 4989760"/>
              <a:gd name="connsiteX1" fmla="*/ 6096000 w 6096000"/>
              <a:gd name="connsiteY1" fmla="*/ 0 h 4989760"/>
              <a:gd name="connsiteX2" fmla="*/ 6096000 w 6096000"/>
              <a:gd name="connsiteY2" fmla="*/ 4989760 h 4989760"/>
              <a:gd name="connsiteX3" fmla="*/ 0 w 6096000"/>
              <a:gd name="connsiteY3" fmla="*/ 4989760 h 4989760"/>
            </a:gdLst>
            <a:ahLst/>
            <a:cxnLst>
              <a:cxn ang="0">
                <a:pos x="connsiteX0" y="connsiteY0"/>
              </a:cxn>
              <a:cxn ang="0">
                <a:pos x="connsiteX1" y="connsiteY1"/>
              </a:cxn>
              <a:cxn ang="0">
                <a:pos x="connsiteX2" y="connsiteY2"/>
              </a:cxn>
              <a:cxn ang="0">
                <a:pos x="connsiteX3" y="connsiteY3"/>
              </a:cxn>
            </a:cxnLst>
            <a:rect l="l" t="t" r="r" b="b"/>
            <a:pathLst>
              <a:path w="6096000" h="4989760">
                <a:moveTo>
                  <a:pt x="0" y="0"/>
                </a:moveTo>
                <a:lnTo>
                  <a:pt x="6096000" y="0"/>
                </a:lnTo>
                <a:lnTo>
                  <a:pt x="6096000" y="4989760"/>
                </a:lnTo>
                <a:lnTo>
                  <a:pt x="0" y="498976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DDD90CCF-D781-4936-B530-7D453448B534}"/>
              </a:ext>
            </a:extLst>
          </p:cNvPr>
          <p:cNvSpPr>
            <a:spLocks noGrp="1"/>
          </p:cNvSpPr>
          <p:nvPr>
            <p:ph type="pic" sz="quarter" idx="10"/>
          </p:nvPr>
        </p:nvSpPr>
        <p:spPr>
          <a:xfrm>
            <a:off x="0" y="934120"/>
            <a:ext cx="6096000" cy="4989760"/>
          </a:xfrm>
          <a:custGeom>
            <a:avLst/>
            <a:gdLst>
              <a:gd name="connsiteX0" fmla="*/ 0 w 6096000"/>
              <a:gd name="connsiteY0" fmla="*/ 0 h 4989760"/>
              <a:gd name="connsiteX1" fmla="*/ 6096000 w 6096000"/>
              <a:gd name="connsiteY1" fmla="*/ 0 h 4989760"/>
              <a:gd name="connsiteX2" fmla="*/ 6096000 w 6096000"/>
              <a:gd name="connsiteY2" fmla="*/ 4989760 h 4989760"/>
              <a:gd name="connsiteX3" fmla="*/ 0 w 6096000"/>
              <a:gd name="connsiteY3" fmla="*/ 4989760 h 4989760"/>
            </a:gdLst>
            <a:ahLst/>
            <a:cxnLst>
              <a:cxn ang="0">
                <a:pos x="connsiteX0" y="connsiteY0"/>
              </a:cxn>
              <a:cxn ang="0">
                <a:pos x="connsiteX1" y="connsiteY1"/>
              </a:cxn>
              <a:cxn ang="0">
                <a:pos x="connsiteX2" y="connsiteY2"/>
              </a:cxn>
              <a:cxn ang="0">
                <a:pos x="connsiteX3" y="connsiteY3"/>
              </a:cxn>
            </a:cxnLst>
            <a:rect l="l" t="t" r="r" b="b"/>
            <a:pathLst>
              <a:path w="6096000" h="4989760">
                <a:moveTo>
                  <a:pt x="0" y="0"/>
                </a:moveTo>
                <a:lnTo>
                  <a:pt x="6096000" y="0"/>
                </a:lnTo>
                <a:lnTo>
                  <a:pt x="6096000" y="4989760"/>
                </a:lnTo>
                <a:lnTo>
                  <a:pt x="0" y="4989760"/>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731214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36E81016-408E-44C3-BD54-68B38574A4B5}"/>
              </a:ext>
            </a:extLst>
          </p:cNvPr>
          <p:cNvSpPr/>
          <p:nvPr userDrawn="1"/>
        </p:nvSpPr>
        <p:spPr>
          <a:xfrm>
            <a:off x="6478597" y="0"/>
            <a:ext cx="5409997" cy="6858000"/>
          </a:xfrm>
          <a:custGeom>
            <a:avLst/>
            <a:gdLst>
              <a:gd name="connsiteX0" fmla="*/ 1711406 w 5409997"/>
              <a:gd name="connsiteY0" fmla="*/ 0 h 6858000"/>
              <a:gd name="connsiteX1" fmla="*/ 3047797 w 5409997"/>
              <a:gd name="connsiteY1" fmla="*/ 0 h 6858000"/>
              <a:gd name="connsiteX2" fmla="*/ 5178925 w 5409997"/>
              <a:gd name="connsiteY2" fmla="*/ 0 h 6858000"/>
              <a:gd name="connsiteX3" fmla="*/ 5409997 w 5409997"/>
              <a:gd name="connsiteY3" fmla="*/ 0 h 6858000"/>
              <a:gd name="connsiteX4" fmla="*/ 5409997 w 5409997"/>
              <a:gd name="connsiteY4" fmla="*/ 647395 h 6858000"/>
              <a:gd name="connsiteX5" fmla="*/ 3958533 w 5409997"/>
              <a:gd name="connsiteY5" fmla="*/ 4262320 h 6858000"/>
              <a:gd name="connsiteX6" fmla="*/ 5000750 w 5409997"/>
              <a:gd name="connsiteY6" fmla="*/ 6858000 h 6858000"/>
              <a:gd name="connsiteX7" fmla="*/ 3047797 w 5409997"/>
              <a:gd name="connsiteY7" fmla="*/ 6858000 h 6858000"/>
              <a:gd name="connsiteX8" fmla="*/ 1042217 w 5409997"/>
              <a:gd name="connsiteY8" fmla="*/ 6858000 h 6858000"/>
              <a:gd name="connsiteX9" fmla="*/ 0 w 5409997"/>
              <a:gd name="connsiteY9" fmla="*/ 42623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9997" h="6858000">
                <a:moveTo>
                  <a:pt x="1711406" y="0"/>
                </a:moveTo>
                <a:lnTo>
                  <a:pt x="3047797" y="0"/>
                </a:lnTo>
                <a:lnTo>
                  <a:pt x="5178925" y="0"/>
                </a:lnTo>
                <a:lnTo>
                  <a:pt x="5409997" y="0"/>
                </a:lnTo>
                <a:lnTo>
                  <a:pt x="5409997" y="647395"/>
                </a:lnTo>
                <a:lnTo>
                  <a:pt x="3958533" y="4262320"/>
                </a:lnTo>
                <a:lnTo>
                  <a:pt x="5000750" y="6858000"/>
                </a:lnTo>
                <a:lnTo>
                  <a:pt x="3047797" y="6858000"/>
                </a:lnTo>
                <a:lnTo>
                  <a:pt x="1042217" y="6858000"/>
                </a:lnTo>
                <a:lnTo>
                  <a:pt x="0" y="426232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DF622A31-7786-46CE-92CE-5BAEDD03FB98}"/>
              </a:ext>
            </a:extLst>
          </p:cNvPr>
          <p:cNvSpPr>
            <a:spLocks noGrp="1"/>
          </p:cNvSpPr>
          <p:nvPr>
            <p:ph type="pic" sz="quarter" idx="10"/>
          </p:nvPr>
        </p:nvSpPr>
        <p:spPr>
          <a:xfrm>
            <a:off x="6782004" y="0"/>
            <a:ext cx="5409997" cy="6858000"/>
          </a:xfrm>
          <a:custGeom>
            <a:avLst/>
            <a:gdLst>
              <a:gd name="connsiteX0" fmla="*/ 1711406 w 5409997"/>
              <a:gd name="connsiteY0" fmla="*/ 0 h 6858000"/>
              <a:gd name="connsiteX1" fmla="*/ 3047797 w 5409997"/>
              <a:gd name="connsiteY1" fmla="*/ 0 h 6858000"/>
              <a:gd name="connsiteX2" fmla="*/ 5178925 w 5409997"/>
              <a:gd name="connsiteY2" fmla="*/ 0 h 6858000"/>
              <a:gd name="connsiteX3" fmla="*/ 5409997 w 5409997"/>
              <a:gd name="connsiteY3" fmla="*/ 0 h 6858000"/>
              <a:gd name="connsiteX4" fmla="*/ 5409997 w 5409997"/>
              <a:gd name="connsiteY4" fmla="*/ 647395 h 6858000"/>
              <a:gd name="connsiteX5" fmla="*/ 3958533 w 5409997"/>
              <a:gd name="connsiteY5" fmla="*/ 4262320 h 6858000"/>
              <a:gd name="connsiteX6" fmla="*/ 5000750 w 5409997"/>
              <a:gd name="connsiteY6" fmla="*/ 6858000 h 6858000"/>
              <a:gd name="connsiteX7" fmla="*/ 3047797 w 5409997"/>
              <a:gd name="connsiteY7" fmla="*/ 6858000 h 6858000"/>
              <a:gd name="connsiteX8" fmla="*/ 1042217 w 5409997"/>
              <a:gd name="connsiteY8" fmla="*/ 6858000 h 6858000"/>
              <a:gd name="connsiteX9" fmla="*/ 0 w 5409997"/>
              <a:gd name="connsiteY9" fmla="*/ 42623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9997" h="6858000">
                <a:moveTo>
                  <a:pt x="1711406" y="0"/>
                </a:moveTo>
                <a:lnTo>
                  <a:pt x="3047797" y="0"/>
                </a:lnTo>
                <a:lnTo>
                  <a:pt x="5178925" y="0"/>
                </a:lnTo>
                <a:lnTo>
                  <a:pt x="5409997" y="0"/>
                </a:lnTo>
                <a:lnTo>
                  <a:pt x="5409997" y="647395"/>
                </a:lnTo>
                <a:lnTo>
                  <a:pt x="3958533" y="4262320"/>
                </a:lnTo>
                <a:lnTo>
                  <a:pt x="5000750" y="6858000"/>
                </a:lnTo>
                <a:lnTo>
                  <a:pt x="3047797" y="6858000"/>
                </a:lnTo>
                <a:lnTo>
                  <a:pt x="1042217" y="6858000"/>
                </a:lnTo>
                <a:lnTo>
                  <a:pt x="0" y="4262320"/>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1665950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01E4E0C3-F0D3-4034-964C-AF69A9EE70C1}"/>
              </a:ext>
            </a:extLst>
          </p:cNvPr>
          <p:cNvSpPr/>
          <p:nvPr userDrawn="1"/>
        </p:nvSpPr>
        <p:spPr>
          <a:xfrm>
            <a:off x="200525" y="0"/>
            <a:ext cx="6065340" cy="6858000"/>
          </a:xfrm>
          <a:custGeom>
            <a:avLst/>
            <a:gdLst>
              <a:gd name="connsiteX0" fmla="*/ 0 w 6065340"/>
              <a:gd name="connsiteY0" fmla="*/ 0 h 6858000"/>
              <a:gd name="connsiteX1" fmla="*/ 236040 w 6065340"/>
              <a:gd name="connsiteY1" fmla="*/ 0 h 6858000"/>
              <a:gd name="connsiteX2" fmla="*/ 3213437 w 6065340"/>
              <a:gd name="connsiteY2" fmla="*/ 0 h 6858000"/>
              <a:gd name="connsiteX3" fmla="*/ 3445944 w 6065340"/>
              <a:gd name="connsiteY3" fmla="*/ 0 h 6858000"/>
              <a:gd name="connsiteX4" fmla="*/ 6065340 w 6065340"/>
              <a:gd name="connsiteY4" fmla="*/ 6858000 h 6858000"/>
              <a:gd name="connsiteX5" fmla="*/ 3213437 w 6065340"/>
              <a:gd name="connsiteY5" fmla="*/ 6858000 h 6858000"/>
              <a:gd name="connsiteX6" fmla="*/ 2855436 w 6065340"/>
              <a:gd name="connsiteY6" fmla="*/ 6858000 h 6858000"/>
              <a:gd name="connsiteX7" fmla="*/ 1038310 w 6065340"/>
              <a:gd name="connsiteY7" fmla="*/ 6858000 h 6858000"/>
              <a:gd name="connsiteX8" fmla="*/ 0 w 6065340"/>
              <a:gd name="connsiteY8" fmla="*/ 41395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5340" h="6858000">
                <a:moveTo>
                  <a:pt x="0" y="0"/>
                </a:moveTo>
                <a:lnTo>
                  <a:pt x="236040" y="0"/>
                </a:lnTo>
                <a:lnTo>
                  <a:pt x="3213437" y="0"/>
                </a:lnTo>
                <a:lnTo>
                  <a:pt x="3445944" y="0"/>
                </a:lnTo>
                <a:lnTo>
                  <a:pt x="6065340" y="6858000"/>
                </a:lnTo>
                <a:lnTo>
                  <a:pt x="3213437" y="6858000"/>
                </a:lnTo>
                <a:lnTo>
                  <a:pt x="2855436" y="6858000"/>
                </a:lnTo>
                <a:lnTo>
                  <a:pt x="1038310" y="6858000"/>
                </a:lnTo>
                <a:lnTo>
                  <a:pt x="0" y="4139539"/>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DB77D705-0A85-4E41-B345-F32F41812922}"/>
              </a:ext>
            </a:extLst>
          </p:cNvPr>
          <p:cNvSpPr>
            <a:spLocks noGrp="1"/>
          </p:cNvSpPr>
          <p:nvPr>
            <p:ph type="pic" sz="quarter" idx="10"/>
          </p:nvPr>
        </p:nvSpPr>
        <p:spPr>
          <a:xfrm>
            <a:off x="0" y="0"/>
            <a:ext cx="6065340" cy="6858000"/>
          </a:xfrm>
          <a:custGeom>
            <a:avLst/>
            <a:gdLst>
              <a:gd name="connsiteX0" fmla="*/ 0 w 6065340"/>
              <a:gd name="connsiteY0" fmla="*/ 0 h 6858000"/>
              <a:gd name="connsiteX1" fmla="*/ 236040 w 6065340"/>
              <a:gd name="connsiteY1" fmla="*/ 0 h 6858000"/>
              <a:gd name="connsiteX2" fmla="*/ 3213437 w 6065340"/>
              <a:gd name="connsiteY2" fmla="*/ 0 h 6858000"/>
              <a:gd name="connsiteX3" fmla="*/ 3445944 w 6065340"/>
              <a:gd name="connsiteY3" fmla="*/ 0 h 6858000"/>
              <a:gd name="connsiteX4" fmla="*/ 6065340 w 6065340"/>
              <a:gd name="connsiteY4" fmla="*/ 6858000 h 6858000"/>
              <a:gd name="connsiteX5" fmla="*/ 3213437 w 6065340"/>
              <a:gd name="connsiteY5" fmla="*/ 6858000 h 6858000"/>
              <a:gd name="connsiteX6" fmla="*/ 2855436 w 6065340"/>
              <a:gd name="connsiteY6" fmla="*/ 6858000 h 6858000"/>
              <a:gd name="connsiteX7" fmla="*/ 1038310 w 6065340"/>
              <a:gd name="connsiteY7" fmla="*/ 6858000 h 6858000"/>
              <a:gd name="connsiteX8" fmla="*/ 0 w 6065340"/>
              <a:gd name="connsiteY8" fmla="*/ 41395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5340" h="6858000">
                <a:moveTo>
                  <a:pt x="0" y="0"/>
                </a:moveTo>
                <a:lnTo>
                  <a:pt x="236040" y="0"/>
                </a:lnTo>
                <a:lnTo>
                  <a:pt x="3213437" y="0"/>
                </a:lnTo>
                <a:lnTo>
                  <a:pt x="3445944" y="0"/>
                </a:lnTo>
                <a:lnTo>
                  <a:pt x="6065340" y="6858000"/>
                </a:lnTo>
                <a:lnTo>
                  <a:pt x="3213437" y="6858000"/>
                </a:lnTo>
                <a:lnTo>
                  <a:pt x="2855436" y="6858000"/>
                </a:lnTo>
                <a:lnTo>
                  <a:pt x="1038310" y="6858000"/>
                </a:lnTo>
                <a:lnTo>
                  <a:pt x="0" y="4139539"/>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2180754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6741BB-BE33-41DA-A057-966F6639BDC7}"/>
              </a:ext>
            </a:extLst>
          </p:cNvPr>
          <p:cNvSpPr/>
          <p:nvPr userDrawn="1"/>
        </p:nvSpPr>
        <p:spPr>
          <a:xfrm>
            <a:off x="6339802" y="0"/>
            <a:ext cx="447748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Freeform: Shape 5">
            <a:extLst>
              <a:ext uri="{FF2B5EF4-FFF2-40B4-BE49-F238E27FC236}">
                <a16:creationId xmlns:a16="http://schemas.microsoft.com/office/drawing/2014/main" id="{A3E4374E-2829-40D4-8C73-EBB4A8ABE343}"/>
              </a:ext>
            </a:extLst>
          </p:cNvPr>
          <p:cNvSpPr>
            <a:spLocks noGrp="1"/>
          </p:cNvSpPr>
          <p:nvPr>
            <p:ph type="pic" sz="quarter" idx="10"/>
          </p:nvPr>
        </p:nvSpPr>
        <p:spPr>
          <a:xfrm>
            <a:off x="6657473" y="0"/>
            <a:ext cx="4477488" cy="6858000"/>
          </a:xfrm>
          <a:custGeom>
            <a:avLst/>
            <a:gdLst>
              <a:gd name="connsiteX0" fmla="*/ 0 w 4477488"/>
              <a:gd name="connsiteY0" fmla="*/ 0 h 6858000"/>
              <a:gd name="connsiteX1" fmla="*/ 4477488 w 4477488"/>
              <a:gd name="connsiteY1" fmla="*/ 0 h 6858000"/>
              <a:gd name="connsiteX2" fmla="*/ 4477488 w 4477488"/>
              <a:gd name="connsiteY2" fmla="*/ 6858000 h 6858000"/>
              <a:gd name="connsiteX3" fmla="*/ 0 w 44774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477488" h="6858000">
                <a:moveTo>
                  <a:pt x="0" y="0"/>
                </a:moveTo>
                <a:lnTo>
                  <a:pt x="4477488" y="0"/>
                </a:lnTo>
                <a:lnTo>
                  <a:pt x="4477488" y="6858000"/>
                </a:lnTo>
                <a:lnTo>
                  <a:pt x="0" y="6858000"/>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3149487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AC84D2F-A829-40AE-BE09-58699F557CAB}"/>
              </a:ext>
            </a:extLst>
          </p:cNvPr>
          <p:cNvSpPr/>
          <p:nvPr userDrawn="1"/>
        </p:nvSpPr>
        <p:spPr>
          <a:xfrm>
            <a:off x="4252372" y="1612972"/>
            <a:ext cx="7441788" cy="4017804"/>
          </a:xfrm>
          <a:custGeom>
            <a:avLst/>
            <a:gdLst>
              <a:gd name="connsiteX0" fmla="*/ 0 w 7441788"/>
              <a:gd name="connsiteY0" fmla="*/ 0 h 4017804"/>
              <a:gd name="connsiteX1" fmla="*/ 5907198 w 7441788"/>
              <a:gd name="connsiteY1" fmla="*/ 0 h 4017804"/>
              <a:gd name="connsiteX2" fmla="*/ 7441788 w 7441788"/>
              <a:gd name="connsiteY2" fmla="*/ 4017804 h 4017804"/>
              <a:gd name="connsiteX3" fmla="*/ 1534590 w 7441788"/>
              <a:gd name="connsiteY3" fmla="*/ 4017804 h 4017804"/>
            </a:gdLst>
            <a:ahLst/>
            <a:cxnLst>
              <a:cxn ang="0">
                <a:pos x="connsiteX0" y="connsiteY0"/>
              </a:cxn>
              <a:cxn ang="0">
                <a:pos x="connsiteX1" y="connsiteY1"/>
              </a:cxn>
              <a:cxn ang="0">
                <a:pos x="connsiteX2" y="connsiteY2"/>
              </a:cxn>
              <a:cxn ang="0">
                <a:pos x="connsiteX3" y="connsiteY3"/>
              </a:cxn>
            </a:cxnLst>
            <a:rect l="l" t="t" r="r" b="b"/>
            <a:pathLst>
              <a:path w="7441788" h="4017804">
                <a:moveTo>
                  <a:pt x="0" y="0"/>
                </a:moveTo>
                <a:lnTo>
                  <a:pt x="5907198" y="0"/>
                </a:lnTo>
                <a:lnTo>
                  <a:pt x="7441788" y="4017804"/>
                </a:lnTo>
                <a:lnTo>
                  <a:pt x="1534590" y="4017804"/>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717D3B02-BE10-4F49-96C0-A35EB3DEA447}"/>
              </a:ext>
            </a:extLst>
          </p:cNvPr>
          <p:cNvSpPr>
            <a:spLocks noGrp="1"/>
          </p:cNvSpPr>
          <p:nvPr>
            <p:ph type="pic" sz="quarter" idx="10"/>
          </p:nvPr>
        </p:nvSpPr>
        <p:spPr>
          <a:xfrm>
            <a:off x="2" y="1066006"/>
            <a:ext cx="6284801" cy="5199229"/>
          </a:xfrm>
          <a:custGeom>
            <a:avLst/>
            <a:gdLst>
              <a:gd name="connsiteX0" fmla="*/ 0 w 6284801"/>
              <a:gd name="connsiteY0" fmla="*/ 0 h 5199229"/>
              <a:gd name="connsiteX1" fmla="*/ 4298968 w 6284801"/>
              <a:gd name="connsiteY1" fmla="*/ 0 h 5199229"/>
              <a:gd name="connsiteX2" fmla="*/ 6284801 w 6284801"/>
              <a:gd name="connsiteY2" fmla="*/ 5199229 h 5199229"/>
              <a:gd name="connsiteX3" fmla="*/ 0 w 6284801"/>
              <a:gd name="connsiteY3" fmla="*/ 5199229 h 5199229"/>
            </a:gdLst>
            <a:ahLst/>
            <a:cxnLst>
              <a:cxn ang="0">
                <a:pos x="connsiteX0" y="connsiteY0"/>
              </a:cxn>
              <a:cxn ang="0">
                <a:pos x="connsiteX1" y="connsiteY1"/>
              </a:cxn>
              <a:cxn ang="0">
                <a:pos x="connsiteX2" y="connsiteY2"/>
              </a:cxn>
              <a:cxn ang="0">
                <a:pos x="connsiteX3" y="connsiteY3"/>
              </a:cxn>
            </a:cxnLst>
            <a:rect l="l" t="t" r="r" b="b"/>
            <a:pathLst>
              <a:path w="6284801" h="5199229">
                <a:moveTo>
                  <a:pt x="0" y="0"/>
                </a:moveTo>
                <a:lnTo>
                  <a:pt x="4298968" y="0"/>
                </a:lnTo>
                <a:lnTo>
                  <a:pt x="6284801" y="5199229"/>
                </a:lnTo>
                <a:lnTo>
                  <a:pt x="0" y="5199229"/>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3029236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B49759B0-01C3-4528-BAB5-E9701B092608}"/>
              </a:ext>
            </a:extLst>
          </p:cNvPr>
          <p:cNvSpPr/>
          <p:nvPr userDrawn="1"/>
        </p:nvSpPr>
        <p:spPr>
          <a:xfrm>
            <a:off x="5167161" y="0"/>
            <a:ext cx="6686349" cy="6858000"/>
          </a:xfrm>
          <a:custGeom>
            <a:avLst/>
            <a:gdLst>
              <a:gd name="connsiteX0" fmla="*/ 0 w 6686349"/>
              <a:gd name="connsiteY0" fmla="*/ 0 h 6858000"/>
              <a:gd name="connsiteX1" fmla="*/ 5358629 w 6686349"/>
              <a:gd name="connsiteY1" fmla="*/ 0 h 6858000"/>
              <a:gd name="connsiteX2" fmla="*/ 6686349 w 6686349"/>
              <a:gd name="connsiteY2" fmla="*/ 4431936 h 6858000"/>
              <a:gd name="connsiteX3" fmla="*/ 6686349 w 6686349"/>
              <a:gd name="connsiteY3" fmla="*/ 6858000 h 6858000"/>
              <a:gd name="connsiteX4" fmla="*/ 2054520 w 6686349"/>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6349" h="6858000">
                <a:moveTo>
                  <a:pt x="0" y="0"/>
                </a:moveTo>
                <a:lnTo>
                  <a:pt x="5358629" y="0"/>
                </a:lnTo>
                <a:lnTo>
                  <a:pt x="6686349" y="4431936"/>
                </a:lnTo>
                <a:lnTo>
                  <a:pt x="6686349" y="6858000"/>
                </a:lnTo>
                <a:lnTo>
                  <a:pt x="2054520" y="6858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7F85AC99-7E2E-4628-AA60-C60FC061358E}"/>
              </a:ext>
            </a:extLst>
          </p:cNvPr>
          <p:cNvSpPr>
            <a:spLocks noGrp="1"/>
          </p:cNvSpPr>
          <p:nvPr>
            <p:ph type="pic" sz="quarter" idx="10"/>
          </p:nvPr>
        </p:nvSpPr>
        <p:spPr>
          <a:xfrm>
            <a:off x="5505651" y="0"/>
            <a:ext cx="6686349" cy="6858000"/>
          </a:xfrm>
          <a:custGeom>
            <a:avLst/>
            <a:gdLst>
              <a:gd name="connsiteX0" fmla="*/ 0 w 6686349"/>
              <a:gd name="connsiteY0" fmla="*/ 0 h 6858000"/>
              <a:gd name="connsiteX1" fmla="*/ 5358629 w 6686349"/>
              <a:gd name="connsiteY1" fmla="*/ 0 h 6858000"/>
              <a:gd name="connsiteX2" fmla="*/ 6686349 w 6686349"/>
              <a:gd name="connsiteY2" fmla="*/ 4431936 h 6858000"/>
              <a:gd name="connsiteX3" fmla="*/ 6686349 w 6686349"/>
              <a:gd name="connsiteY3" fmla="*/ 6858000 h 6858000"/>
              <a:gd name="connsiteX4" fmla="*/ 2054520 w 6686349"/>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6349" h="6858000">
                <a:moveTo>
                  <a:pt x="0" y="0"/>
                </a:moveTo>
                <a:lnTo>
                  <a:pt x="5358629" y="0"/>
                </a:lnTo>
                <a:lnTo>
                  <a:pt x="6686349" y="4431936"/>
                </a:lnTo>
                <a:lnTo>
                  <a:pt x="6686349" y="6858000"/>
                </a:lnTo>
                <a:lnTo>
                  <a:pt x="2054520" y="6858000"/>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1513924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1565A2-4295-4025-8628-FB9E92D7D43E}"/>
              </a:ext>
            </a:extLst>
          </p:cNvPr>
          <p:cNvSpPr/>
          <p:nvPr userDrawn="1"/>
        </p:nvSpPr>
        <p:spPr>
          <a:xfrm>
            <a:off x="664424" y="0"/>
            <a:ext cx="447748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Freeform: Shape 5">
            <a:extLst>
              <a:ext uri="{FF2B5EF4-FFF2-40B4-BE49-F238E27FC236}">
                <a16:creationId xmlns:a16="http://schemas.microsoft.com/office/drawing/2014/main" id="{EF80AF49-05FB-4B61-93E0-14F22A7EAD90}"/>
              </a:ext>
            </a:extLst>
          </p:cNvPr>
          <p:cNvSpPr>
            <a:spLocks noGrp="1"/>
          </p:cNvSpPr>
          <p:nvPr>
            <p:ph type="pic" sz="quarter" idx="10"/>
          </p:nvPr>
        </p:nvSpPr>
        <p:spPr>
          <a:xfrm>
            <a:off x="520044" y="0"/>
            <a:ext cx="4299283" cy="6858000"/>
          </a:xfrm>
          <a:custGeom>
            <a:avLst/>
            <a:gdLst>
              <a:gd name="connsiteX0" fmla="*/ 0 w 4299283"/>
              <a:gd name="connsiteY0" fmla="*/ 0 h 6858000"/>
              <a:gd name="connsiteX1" fmla="*/ 4299283 w 4299283"/>
              <a:gd name="connsiteY1" fmla="*/ 0 h 6858000"/>
              <a:gd name="connsiteX2" fmla="*/ 4299283 w 4299283"/>
              <a:gd name="connsiteY2" fmla="*/ 6858000 h 6858000"/>
              <a:gd name="connsiteX3" fmla="*/ 0 w 429928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99283" h="6858000">
                <a:moveTo>
                  <a:pt x="0" y="0"/>
                </a:moveTo>
                <a:lnTo>
                  <a:pt x="4299283" y="0"/>
                </a:lnTo>
                <a:lnTo>
                  <a:pt x="4299283" y="6858000"/>
                </a:lnTo>
                <a:lnTo>
                  <a:pt x="0" y="6858000"/>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1967324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chemeClr val="bg1"/>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1DB7EB4E-3AF5-455F-9216-E24F4C7FD592}"/>
              </a:ext>
            </a:extLst>
          </p:cNvPr>
          <p:cNvSpPr>
            <a:spLocks noGrp="1"/>
          </p:cNvSpPr>
          <p:nvPr>
            <p:ph type="pic" sz="quarter" idx="10"/>
          </p:nvPr>
        </p:nvSpPr>
        <p:spPr>
          <a:xfrm>
            <a:off x="1631183" y="1997461"/>
            <a:ext cx="2028888" cy="2028888"/>
          </a:xfrm>
          <a:custGeom>
            <a:avLst/>
            <a:gdLst>
              <a:gd name="connsiteX0" fmla="*/ 1014444 w 2028888"/>
              <a:gd name="connsiteY0" fmla="*/ 0 h 2028888"/>
              <a:gd name="connsiteX1" fmla="*/ 2028888 w 2028888"/>
              <a:gd name="connsiteY1" fmla="*/ 1014444 h 2028888"/>
              <a:gd name="connsiteX2" fmla="*/ 1014444 w 2028888"/>
              <a:gd name="connsiteY2" fmla="*/ 2028888 h 2028888"/>
              <a:gd name="connsiteX3" fmla="*/ 0 w 2028888"/>
              <a:gd name="connsiteY3" fmla="*/ 1014444 h 2028888"/>
              <a:gd name="connsiteX4" fmla="*/ 1014444 w 2028888"/>
              <a:gd name="connsiteY4" fmla="*/ 0 h 20288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8888" h="2028888">
                <a:moveTo>
                  <a:pt x="1014444" y="0"/>
                </a:moveTo>
                <a:cubicBezTo>
                  <a:pt x="1574706" y="0"/>
                  <a:pt x="2028888" y="454182"/>
                  <a:pt x="2028888" y="1014444"/>
                </a:cubicBezTo>
                <a:cubicBezTo>
                  <a:pt x="2028888" y="1574706"/>
                  <a:pt x="1574706" y="2028888"/>
                  <a:pt x="1014444" y="2028888"/>
                </a:cubicBezTo>
                <a:cubicBezTo>
                  <a:pt x="454182" y="2028888"/>
                  <a:pt x="0" y="1574706"/>
                  <a:pt x="0" y="1014444"/>
                </a:cubicBezTo>
                <a:cubicBezTo>
                  <a:pt x="0" y="454182"/>
                  <a:pt x="454182" y="0"/>
                  <a:pt x="1014444" y="0"/>
                </a:cubicBezTo>
                <a:close/>
              </a:path>
            </a:pathLst>
          </a:custGeom>
          <a:solidFill>
            <a:schemeClr val="bg1">
              <a:lumMod val="95000"/>
            </a:schemeClr>
          </a:solidFill>
        </p:spPr>
        <p:txBody>
          <a:bodyPr wrap="square">
            <a:noAutofit/>
          </a:bodyPr>
          <a:lstStyle>
            <a:lvl1pPr>
              <a:defRPr sz="1100"/>
            </a:lvl1pPr>
          </a:lstStyle>
          <a:p>
            <a:endParaRPr lang="en-ID"/>
          </a:p>
        </p:txBody>
      </p:sp>
      <p:sp>
        <p:nvSpPr>
          <p:cNvPr id="10" name="Freeform: Shape 9">
            <a:extLst>
              <a:ext uri="{FF2B5EF4-FFF2-40B4-BE49-F238E27FC236}">
                <a16:creationId xmlns:a16="http://schemas.microsoft.com/office/drawing/2014/main" id="{65D691D1-4AA3-48D5-9F65-DB34C8D824AF}"/>
              </a:ext>
            </a:extLst>
          </p:cNvPr>
          <p:cNvSpPr>
            <a:spLocks noGrp="1"/>
          </p:cNvSpPr>
          <p:nvPr>
            <p:ph type="pic" sz="quarter" idx="11"/>
          </p:nvPr>
        </p:nvSpPr>
        <p:spPr>
          <a:xfrm>
            <a:off x="5081556" y="1997461"/>
            <a:ext cx="2028890" cy="2028890"/>
          </a:xfrm>
          <a:custGeom>
            <a:avLst/>
            <a:gdLst>
              <a:gd name="connsiteX0" fmla="*/ 1014445 w 2028890"/>
              <a:gd name="connsiteY0" fmla="*/ 0 h 2028890"/>
              <a:gd name="connsiteX1" fmla="*/ 2028890 w 2028890"/>
              <a:gd name="connsiteY1" fmla="*/ 1014445 h 2028890"/>
              <a:gd name="connsiteX2" fmla="*/ 1014445 w 2028890"/>
              <a:gd name="connsiteY2" fmla="*/ 2028890 h 2028890"/>
              <a:gd name="connsiteX3" fmla="*/ 0 w 2028890"/>
              <a:gd name="connsiteY3" fmla="*/ 1014445 h 2028890"/>
              <a:gd name="connsiteX4" fmla="*/ 1014445 w 2028890"/>
              <a:gd name="connsiteY4" fmla="*/ 0 h 2028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8890" h="2028890">
                <a:moveTo>
                  <a:pt x="1014445" y="0"/>
                </a:moveTo>
                <a:cubicBezTo>
                  <a:pt x="1574708" y="0"/>
                  <a:pt x="2028890" y="454182"/>
                  <a:pt x="2028890" y="1014445"/>
                </a:cubicBezTo>
                <a:cubicBezTo>
                  <a:pt x="2028890" y="1574708"/>
                  <a:pt x="1574708" y="2028890"/>
                  <a:pt x="1014445" y="2028890"/>
                </a:cubicBezTo>
                <a:cubicBezTo>
                  <a:pt x="454182" y="2028890"/>
                  <a:pt x="0" y="1574708"/>
                  <a:pt x="0" y="1014445"/>
                </a:cubicBezTo>
                <a:cubicBezTo>
                  <a:pt x="0" y="454182"/>
                  <a:pt x="454182" y="0"/>
                  <a:pt x="1014445" y="0"/>
                </a:cubicBezTo>
                <a:close/>
              </a:path>
            </a:pathLst>
          </a:custGeom>
          <a:solidFill>
            <a:schemeClr val="bg1">
              <a:lumMod val="95000"/>
            </a:schemeClr>
          </a:solidFill>
        </p:spPr>
        <p:txBody>
          <a:bodyPr wrap="square">
            <a:noAutofit/>
          </a:bodyPr>
          <a:lstStyle>
            <a:lvl1pPr>
              <a:defRPr sz="1100"/>
            </a:lvl1pPr>
          </a:lstStyle>
          <a:p>
            <a:endParaRPr lang="en-ID"/>
          </a:p>
        </p:txBody>
      </p:sp>
      <p:sp>
        <p:nvSpPr>
          <p:cNvPr id="13" name="Freeform: Shape 12">
            <a:extLst>
              <a:ext uri="{FF2B5EF4-FFF2-40B4-BE49-F238E27FC236}">
                <a16:creationId xmlns:a16="http://schemas.microsoft.com/office/drawing/2014/main" id="{772F4777-A7F9-44A4-A2BF-305DCC54189B}"/>
              </a:ext>
            </a:extLst>
          </p:cNvPr>
          <p:cNvSpPr>
            <a:spLocks noGrp="1"/>
          </p:cNvSpPr>
          <p:nvPr>
            <p:ph type="pic" sz="quarter" idx="12"/>
          </p:nvPr>
        </p:nvSpPr>
        <p:spPr>
          <a:xfrm>
            <a:off x="8550979" y="1997461"/>
            <a:ext cx="2028888" cy="2028888"/>
          </a:xfrm>
          <a:custGeom>
            <a:avLst/>
            <a:gdLst>
              <a:gd name="connsiteX0" fmla="*/ 1014444 w 2028888"/>
              <a:gd name="connsiteY0" fmla="*/ 0 h 2028888"/>
              <a:gd name="connsiteX1" fmla="*/ 2028888 w 2028888"/>
              <a:gd name="connsiteY1" fmla="*/ 1014444 h 2028888"/>
              <a:gd name="connsiteX2" fmla="*/ 1014444 w 2028888"/>
              <a:gd name="connsiteY2" fmla="*/ 2028888 h 2028888"/>
              <a:gd name="connsiteX3" fmla="*/ 0 w 2028888"/>
              <a:gd name="connsiteY3" fmla="*/ 1014444 h 2028888"/>
              <a:gd name="connsiteX4" fmla="*/ 1014444 w 2028888"/>
              <a:gd name="connsiteY4" fmla="*/ 0 h 20288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8888" h="2028888">
                <a:moveTo>
                  <a:pt x="1014444" y="0"/>
                </a:moveTo>
                <a:cubicBezTo>
                  <a:pt x="1574706" y="0"/>
                  <a:pt x="2028888" y="454182"/>
                  <a:pt x="2028888" y="1014444"/>
                </a:cubicBezTo>
                <a:cubicBezTo>
                  <a:pt x="2028888" y="1574706"/>
                  <a:pt x="1574706" y="2028888"/>
                  <a:pt x="1014444" y="2028888"/>
                </a:cubicBezTo>
                <a:cubicBezTo>
                  <a:pt x="454182" y="2028888"/>
                  <a:pt x="0" y="1574706"/>
                  <a:pt x="0" y="1014444"/>
                </a:cubicBezTo>
                <a:cubicBezTo>
                  <a:pt x="0" y="454182"/>
                  <a:pt x="454182" y="0"/>
                  <a:pt x="1014444" y="0"/>
                </a:cubicBez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2493676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C084831-75F3-4D9C-980B-88570EBCC9A7}"/>
              </a:ext>
            </a:extLst>
          </p:cNvPr>
          <p:cNvSpPr/>
          <p:nvPr userDrawn="1"/>
        </p:nvSpPr>
        <p:spPr>
          <a:xfrm>
            <a:off x="206397" y="0"/>
            <a:ext cx="5969172" cy="6858000"/>
          </a:xfrm>
          <a:custGeom>
            <a:avLst/>
            <a:gdLst>
              <a:gd name="connsiteX0" fmla="*/ 0 w 5969172"/>
              <a:gd name="connsiteY0" fmla="*/ 0 h 6858000"/>
              <a:gd name="connsiteX1" fmla="*/ 139872 w 5969172"/>
              <a:gd name="connsiteY1" fmla="*/ 0 h 6858000"/>
              <a:gd name="connsiteX2" fmla="*/ 2145719 w 5969172"/>
              <a:gd name="connsiteY2" fmla="*/ 0 h 6858000"/>
              <a:gd name="connsiteX3" fmla="*/ 3117269 w 5969172"/>
              <a:gd name="connsiteY3" fmla="*/ 0 h 6858000"/>
              <a:gd name="connsiteX4" fmla="*/ 3349776 w 5969172"/>
              <a:gd name="connsiteY4" fmla="*/ 0 h 6858000"/>
              <a:gd name="connsiteX5" fmla="*/ 5969172 w 5969172"/>
              <a:gd name="connsiteY5" fmla="*/ 6858000 h 6858000"/>
              <a:gd name="connsiteX6" fmla="*/ 3117269 w 5969172"/>
              <a:gd name="connsiteY6" fmla="*/ 6858000 h 6858000"/>
              <a:gd name="connsiteX7" fmla="*/ 2759268 w 5969172"/>
              <a:gd name="connsiteY7" fmla="*/ 6858000 h 6858000"/>
              <a:gd name="connsiteX8" fmla="*/ 2145719 w 5969172"/>
              <a:gd name="connsiteY8" fmla="*/ 6858000 h 6858000"/>
              <a:gd name="connsiteX9" fmla="*/ 1376469 w 5969172"/>
              <a:gd name="connsiteY9" fmla="*/ 6858000 h 6858000"/>
              <a:gd name="connsiteX10" fmla="*/ 0 w 5969172"/>
              <a:gd name="connsiteY10" fmla="*/ 32541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9172" h="6858000">
                <a:moveTo>
                  <a:pt x="0" y="0"/>
                </a:moveTo>
                <a:lnTo>
                  <a:pt x="139872" y="0"/>
                </a:lnTo>
                <a:lnTo>
                  <a:pt x="2145719" y="0"/>
                </a:lnTo>
                <a:lnTo>
                  <a:pt x="3117269" y="0"/>
                </a:lnTo>
                <a:lnTo>
                  <a:pt x="3349776" y="0"/>
                </a:lnTo>
                <a:lnTo>
                  <a:pt x="5969172" y="6858000"/>
                </a:lnTo>
                <a:lnTo>
                  <a:pt x="3117269" y="6858000"/>
                </a:lnTo>
                <a:lnTo>
                  <a:pt x="2759268" y="6858000"/>
                </a:lnTo>
                <a:lnTo>
                  <a:pt x="2145719" y="6858000"/>
                </a:lnTo>
                <a:lnTo>
                  <a:pt x="1376469" y="6858000"/>
                </a:lnTo>
                <a:lnTo>
                  <a:pt x="0" y="3254184"/>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499403D2-A24D-4FAF-8410-BC6EC0E019F3}"/>
              </a:ext>
            </a:extLst>
          </p:cNvPr>
          <p:cNvSpPr>
            <a:spLocks noGrp="1"/>
          </p:cNvSpPr>
          <p:nvPr>
            <p:ph type="pic" sz="quarter" idx="10"/>
          </p:nvPr>
        </p:nvSpPr>
        <p:spPr>
          <a:xfrm>
            <a:off x="0" y="0"/>
            <a:ext cx="5969172" cy="6858000"/>
          </a:xfrm>
          <a:custGeom>
            <a:avLst/>
            <a:gdLst>
              <a:gd name="connsiteX0" fmla="*/ 0 w 5969172"/>
              <a:gd name="connsiteY0" fmla="*/ 0 h 6858000"/>
              <a:gd name="connsiteX1" fmla="*/ 139872 w 5969172"/>
              <a:gd name="connsiteY1" fmla="*/ 0 h 6858000"/>
              <a:gd name="connsiteX2" fmla="*/ 2145719 w 5969172"/>
              <a:gd name="connsiteY2" fmla="*/ 0 h 6858000"/>
              <a:gd name="connsiteX3" fmla="*/ 3117269 w 5969172"/>
              <a:gd name="connsiteY3" fmla="*/ 0 h 6858000"/>
              <a:gd name="connsiteX4" fmla="*/ 3349776 w 5969172"/>
              <a:gd name="connsiteY4" fmla="*/ 0 h 6858000"/>
              <a:gd name="connsiteX5" fmla="*/ 5969172 w 5969172"/>
              <a:gd name="connsiteY5" fmla="*/ 6858000 h 6858000"/>
              <a:gd name="connsiteX6" fmla="*/ 3117269 w 5969172"/>
              <a:gd name="connsiteY6" fmla="*/ 6858000 h 6858000"/>
              <a:gd name="connsiteX7" fmla="*/ 2759268 w 5969172"/>
              <a:gd name="connsiteY7" fmla="*/ 6858000 h 6858000"/>
              <a:gd name="connsiteX8" fmla="*/ 2145719 w 5969172"/>
              <a:gd name="connsiteY8" fmla="*/ 6858000 h 6858000"/>
              <a:gd name="connsiteX9" fmla="*/ 1376469 w 5969172"/>
              <a:gd name="connsiteY9" fmla="*/ 6858000 h 6858000"/>
              <a:gd name="connsiteX10" fmla="*/ 0 w 5969172"/>
              <a:gd name="connsiteY10" fmla="*/ 32541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9172" h="6858000">
                <a:moveTo>
                  <a:pt x="0" y="0"/>
                </a:moveTo>
                <a:lnTo>
                  <a:pt x="139872" y="0"/>
                </a:lnTo>
                <a:lnTo>
                  <a:pt x="2145719" y="0"/>
                </a:lnTo>
                <a:lnTo>
                  <a:pt x="3117269" y="0"/>
                </a:lnTo>
                <a:lnTo>
                  <a:pt x="3349776" y="0"/>
                </a:lnTo>
                <a:lnTo>
                  <a:pt x="5969172" y="6858000"/>
                </a:lnTo>
                <a:lnTo>
                  <a:pt x="3117269" y="6858000"/>
                </a:lnTo>
                <a:lnTo>
                  <a:pt x="2759268" y="6858000"/>
                </a:lnTo>
                <a:lnTo>
                  <a:pt x="2145719" y="6858000"/>
                </a:lnTo>
                <a:lnTo>
                  <a:pt x="1376469" y="6858000"/>
                </a:lnTo>
                <a:lnTo>
                  <a:pt x="0" y="3254184"/>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2883343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F36FA28-1F02-47DA-8673-9326735818DD}"/>
              </a:ext>
            </a:extLst>
          </p:cNvPr>
          <p:cNvSpPr/>
          <p:nvPr userDrawn="1"/>
        </p:nvSpPr>
        <p:spPr>
          <a:xfrm>
            <a:off x="6243190" y="953712"/>
            <a:ext cx="5660833" cy="5199229"/>
          </a:xfrm>
          <a:custGeom>
            <a:avLst/>
            <a:gdLst>
              <a:gd name="connsiteX0" fmla="*/ 1985833 w 5660833"/>
              <a:gd name="connsiteY0" fmla="*/ 0 h 5199229"/>
              <a:gd name="connsiteX1" fmla="*/ 5660833 w 5660833"/>
              <a:gd name="connsiteY1" fmla="*/ 0 h 5199229"/>
              <a:gd name="connsiteX2" fmla="*/ 5660833 w 5660833"/>
              <a:gd name="connsiteY2" fmla="*/ 5199229 h 5199229"/>
              <a:gd name="connsiteX3" fmla="*/ 0 w 5660833"/>
              <a:gd name="connsiteY3" fmla="*/ 5199229 h 5199229"/>
            </a:gdLst>
            <a:ahLst/>
            <a:cxnLst>
              <a:cxn ang="0">
                <a:pos x="connsiteX0" y="connsiteY0"/>
              </a:cxn>
              <a:cxn ang="0">
                <a:pos x="connsiteX1" y="connsiteY1"/>
              </a:cxn>
              <a:cxn ang="0">
                <a:pos x="connsiteX2" y="connsiteY2"/>
              </a:cxn>
              <a:cxn ang="0">
                <a:pos x="connsiteX3" y="connsiteY3"/>
              </a:cxn>
            </a:cxnLst>
            <a:rect l="l" t="t" r="r" b="b"/>
            <a:pathLst>
              <a:path w="5660833" h="5199229">
                <a:moveTo>
                  <a:pt x="1985833" y="0"/>
                </a:moveTo>
                <a:lnTo>
                  <a:pt x="5660833" y="0"/>
                </a:lnTo>
                <a:lnTo>
                  <a:pt x="5660833" y="5199229"/>
                </a:lnTo>
                <a:lnTo>
                  <a:pt x="0" y="5199229"/>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C8BC033D-8F6C-4C42-86D4-FA453983F942}"/>
              </a:ext>
            </a:extLst>
          </p:cNvPr>
          <p:cNvSpPr>
            <a:spLocks noGrp="1"/>
          </p:cNvSpPr>
          <p:nvPr>
            <p:ph type="pic" sz="quarter" idx="10"/>
          </p:nvPr>
        </p:nvSpPr>
        <p:spPr>
          <a:xfrm>
            <a:off x="6531167" y="953712"/>
            <a:ext cx="5660833" cy="5199229"/>
          </a:xfrm>
          <a:custGeom>
            <a:avLst/>
            <a:gdLst>
              <a:gd name="connsiteX0" fmla="*/ 1985833 w 5660833"/>
              <a:gd name="connsiteY0" fmla="*/ 0 h 5199229"/>
              <a:gd name="connsiteX1" fmla="*/ 5660833 w 5660833"/>
              <a:gd name="connsiteY1" fmla="*/ 0 h 5199229"/>
              <a:gd name="connsiteX2" fmla="*/ 5660833 w 5660833"/>
              <a:gd name="connsiteY2" fmla="*/ 5199229 h 5199229"/>
              <a:gd name="connsiteX3" fmla="*/ 0 w 5660833"/>
              <a:gd name="connsiteY3" fmla="*/ 5199229 h 5199229"/>
            </a:gdLst>
            <a:ahLst/>
            <a:cxnLst>
              <a:cxn ang="0">
                <a:pos x="connsiteX0" y="connsiteY0"/>
              </a:cxn>
              <a:cxn ang="0">
                <a:pos x="connsiteX1" y="connsiteY1"/>
              </a:cxn>
              <a:cxn ang="0">
                <a:pos x="connsiteX2" y="connsiteY2"/>
              </a:cxn>
              <a:cxn ang="0">
                <a:pos x="connsiteX3" y="connsiteY3"/>
              </a:cxn>
            </a:cxnLst>
            <a:rect l="l" t="t" r="r" b="b"/>
            <a:pathLst>
              <a:path w="5660833" h="5199229">
                <a:moveTo>
                  <a:pt x="1985833" y="0"/>
                </a:moveTo>
                <a:lnTo>
                  <a:pt x="5660833" y="0"/>
                </a:lnTo>
                <a:lnTo>
                  <a:pt x="5660833" y="5199229"/>
                </a:lnTo>
                <a:lnTo>
                  <a:pt x="0" y="5199229"/>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1602670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AAAFB424-25F6-4567-B9FD-38811967A9DE}"/>
              </a:ext>
            </a:extLst>
          </p:cNvPr>
          <p:cNvSpPr/>
          <p:nvPr userDrawn="1"/>
        </p:nvSpPr>
        <p:spPr>
          <a:xfrm>
            <a:off x="0" y="0"/>
            <a:ext cx="5891278" cy="6857999"/>
          </a:xfrm>
          <a:custGeom>
            <a:avLst/>
            <a:gdLst>
              <a:gd name="connsiteX0" fmla="*/ 0 w 5891278"/>
              <a:gd name="connsiteY0" fmla="*/ 0 h 6857999"/>
              <a:gd name="connsiteX1" fmla="*/ 4638282 w 5891278"/>
              <a:gd name="connsiteY1" fmla="*/ 0 h 6857999"/>
              <a:gd name="connsiteX2" fmla="*/ 5891278 w 5891278"/>
              <a:gd name="connsiteY2" fmla="*/ 6857999 h 6857999"/>
              <a:gd name="connsiteX3" fmla="*/ 1141612 w 5891278"/>
              <a:gd name="connsiteY3" fmla="*/ 6857999 h 6857999"/>
              <a:gd name="connsiteX4" fmla="*/ 0 w 5891278"/>
              <a:gd name="connsiteY4" fmla="*/ 609636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1278" h="6857999">
                <a:moveTo>
                  <a:pt x="0" y="0"/>
                </a:moveTo>
                <a:lnTo>
                  <a:pt x="4638282" y="0"/>
                </a:lnTo>
                <a:lnTo>
                  <a:pt x="5891278" y="6857999"/>
                </a:lnTo>
                <a:lnTo>
                  <a:pt x="1141612" y="6857999"/>
                </a:lnTo>
                <a:lnTo>
                  <a:pt x="0" y="609636"/>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DC3BE1D6-4D4B-4F6F-A4F9-02EFA463E8A5}"/>
              </a:ext>
            </a:extLst>
          </p:cNvPr>
          <p:cNvSpPr>
            <a:spLocks noGrp="1"/>
          </p:cNvSpPr>
          <p:nvPr>
            <p:ph type="pic" sz="quarter" idx="10"/>
          </p:nvPr>
        </p:nvSpPr>
        <p:spPr>
          <a:xfrm>
            <a:off x="0" y="1"/>
            <a:ext cx="5633696" cy="6857999"/>
          </a:xfrm>
          <a:custGeom>
            <a:avLst/>
            <a:gdLst>
              <a:gd name="connsiteX0" fmla="*/ 0 w 5633696"/>
              <a:gd name="connsiteY0" fmla="*/ 0 h 6857999"/>
              <a:gd name="connsiteX1" fmla="*/ 4380700 w 5633696"/>
              <a:gd name="connsiteY1" fmla="*/ 0 h 6857999"/>
              <a:gd name="connsiteX2" fmla="*/ 5633696 w 5633696"/>
              <a:gd name="connsiteY2" fmla="*/ 6857999 h 6857999"/>
              <a:gd name="connsiteX3" fmla="*/ 884030 w 5633696"/>
              <a:gd name="connsiteY3" fmla="*/ 6857999 h 6857999"/>
              <a:gd name="connsiteX4" fmla="*/ 0 w 5633696"/>
              <a:gd name="connsiteY4" fmla="*/ 2019455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3696" h="6857999">
                <a:moveTo>
                  <a:pt x="0" y="0"/>
                </a:moveTo>
                <a:lnTo>
                  <a:pt x="4380700" y="0"/>
                </a:lnTo>
                <a:lnTo>
                  <a:pt x="5633696" y="6857999"/>
                </a:lnTo>
                <a:lnTo>
                  <a:pt x="884030" y="6857999"/>
                </a:lnTo>
                <a:lnTo>
                  <a:pt x="0" y="2019455"/>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3364734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C946B35D-E53D-4503-9492-D8004E67FDD4}"/>
              </a:ext>
            </a:extLst>
          </p:cNvPr>
          <p:cNvSpPr/>
          <p:nvPr userDrawn="1"/>
        </p:nvSpPr>
        <p:spPr>
          <a:xfrm>
            <a:off x="0" y="2923700"/>
            <a:ext cx="12192000" cy="3100470"/>
          </a:xfrm>
          <a:custGeom>
            <a:avLst/>
            <a:gdLst>
              <a:gd name="connsiteX0" fmla="*/ 0 w 12192000"/>
              <a:gd name="connsiteY0" fmla="*/ 0 h 3100470"/>
              <a:gd name="connsiteX1" fmla="*/ 12192000 w 12192000"/>
              <a:gd name="connsiteY1" fmla="*/ 0 h 3100470"/>
              <a:gd name="connsiteX2" fmla="*/ 12192000 w 12192000"/>
              <a:gd name="connsiteY2" fmla="*/ 3100470 h 3100470"/>
              <a:gd name="connsiteX3" fmla="*/ 0 w 12192000"/>
              <a:gd name="connsiteY3" fmla="*/ 3100470 h 3100470"/>
            </a:gdLst>
            <a:ahLst/>
            <a:cxnLst>
              <a:cxn ang="0">
                <a:pos x="connsiteX0" y="connsiteY0"/>
              </a:cxn>
              <a:cxn ang="0">
                <a:pos x="connsiteX1" y="connsiteY1"/>
              </a:cxn>
              <a:cxn ang="0">
                <a:pos x="connsiteX2" y="connsiteY2"/>
              </a:cxn>
              <a:cxn ang="0">
                <a:pos x="connsiteX3" y="connsiteY3"/>
              </a:cxn>
            </a:cxnLst>
            <a:rect l="l" t="t" r="r" b="b"/>
            <a:pathLst>
              <a:path w="12192000" h="3100470">
                <a:moveTo>
                  <a:pt x="0" y="0"/>
                </a:moveTo>
                <a:lnTo>
                  <a:pt x="12192000" y="0"/>
                </a:lnTo>
                <a:lnTo>
                  <a:pt x="12192000" y="3100470"/>
                </a:lnTo>
                <a:lnTo>
                  <a:pt x="0" y="310047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2529BCCB-6D3F-491D-B42C-C6A78435FCE7}"/>
              </a:ext>
            </a:extLst>
          </p:cNvPr>
          <p:cNvSpPr>
            <a:spLocks noGrp="1"/>
          </p:cNvSpPr>
          <p:nvPr>
            <p:ph type="pic" sz="quarter" idx="10"/>
          </p:nvPr>
        </p:nvSpPr>
        <p:spPr>
          <a:xfrm>
            <a:off x="0" y="3128211"/>
            <a:ext cx="12192000" cy="3100470"/>
          </a:xfrm>
          <a:custGeom>
            <a:avLst/>
            <a:gdLst>
              <a:gd name="connsiteX0" fmla="*/ 0 w 12192000"/>
              <a:gd name="connsiteY0" fmla="*/ 0 h 3100470"/>
              <a:gd name="connsiteX1" fmla="*/ 12192000 w 12192000"/>
              <a:gd name="connsiteY1" fmla="*/ 0 h 3100470"/>
              <a:gd name="connsiteX2" fmla="*/ 12192000 w 12192000"/>
              <a:gd name="connsiteY2" fmla="*/ 3100470 h 3100470"/>
              <a:gd name="connsiteX3" fmla="*/ 0 w 12192000"/>
              <a:gd name="connsiteY3" fmla="*/ 3100470 h 3100470"/>
            </a:gdLst>
            <a:ahLst/>
            <a:cxnLst>
              <a:cxn ang="0">
                <a:pos x="connsiteX0" y="connsiteY0"/>
              </a:cxn>
              <a:cxn ang="0">
                <a:pos x="connsiteX1" y="connsiteY1"/>
              </a:cxn>
              <a:cxn ang="0">
                <a:pos x="connsiteX2" y="connsiteY2"/>
              </a:cxn>
              <a:cxn ang="0">
                <a:pos x="connsiteX3" y="connsiteY3"/>
              </a:cxn>
            </a:cxnLst>
            <a:rect l="l" t="t" r="r" b="b"/>
            <a:pathLst>
              <a:path w="12192000" h="3100470">
                <a:moveTo>
                  <a:pt x="0" y="0"/>
                </a:moveTo>
                <a:lnTo>
                  <a:pt x="12192000" y="0"/>
                </a:lnTo>
                <a:lnTo>
                  <a:pt x="12192000" y="3100470"/>
                </a:lnTo>
                <a:lnTo>
                  <a:pt x="0" y="3100470"/>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37930449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A5A5707F-27CB-4DB3-8C05-12FB410E5577}"/>
              </a:ext>
            </a:extLst>
          </p:cNvPr>
          <p:cNvSpPr/>
          <p:nvPr userDrawn="1"/>
        </p:nvSpPr>
        <p:spPr>
          <a:xfrm>
            <a:off x="232611" y="0"/>
            <a:ext cx="5946082" cy="6858000"/>
          </a:xfrm>
          <a:custGeom>
            <a:avLst/>
            <a:gdLst>
              <a:gd name="connsiteX0" fmla="*/ 1425825 w 5946082"/>
              <a:gd name="connsiteY0" fmla="*/ 0 h 6858000"/>
              <a:gd name="connsiteX1" fmla="*/ 5946082 w 5946082"/>
              <a:gd name="connsiteY1" fmla="*/ 0 h 6858000"/>
              <a:gd name="connsiteX2" fmla="*/ 3326686 w 5946082"/>
              <a:gd name="connsiteY2" fmla="*/ 6858000 h 6858000"/>
              <a:gd name="connsiteX3" fmla="*/ 0 w 5946082"/>
              <a:gd name="connsiteY3" fmla="*/ 6858000 h 6858000"/>
              <a:gd name="connsiteX4" fmla="*/ 0 w 5946082"/>
              <a:gd name="connsiteY4" fmla="*/ 3733039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6082" h="6858000">
                <a:moveTo>
                  <a:pt x="1425825" y="0"/>
                </a:moveTo>
                <a:lnTo>
                  <a:pt x="5946082" y="0"/>
                </a:lnTo>
                <a:lnTo>
                  <a:pt x="3326686" y="6858000"/>
                </a:lnTo>
                <a:lnTo>
                  <a:pt x="0" y="6858000"/>
                </a:lnTo>
                <a:lnTo>
                  <a:pt x="0" y="3733039"/>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B6A3F334-27F2-4F95-A05A-C04CE693E8AA}"/>
              </a:ext>
            </a:extLst>
          </p:cNvPr>
          <p:cNvSpPr>
            <a:spLocks noGrp="1"/>
          </p:cNvSpPr>
          <p:nvPr>
            <p:ph type="pic" sz="quarter" idx="10"/>
          </p:nvPr>
        </p:nvSpPr>
        <p:spPr>
          <a:xfrm>
            <a:off x="1" y="0"/>
            <a:ext cx="5946082" cy="6858000"/>
          </a:xfrm>
          <a:custGeom>
            <a:avLst/>
            <a:gdLst>
              <a:gd name="connsiteX0" fmla="*/ 1425825 w 5946082"/>
              <a:gd name="connsiteY0" fmla="*/ 0 h 6858000"/>
              <a:gd name="connsiteX1" fmla="*/ 5946082 w 5946082"/>
              <a:gd name="connsiteY1" fmla="*/ 0 h 6858000"/>
              <a:gd name="connsiteX2" fmla="*/ 3326686 w 5946082"/>
              <a:gd name="connsiteY2" fmla="*/ 6858000 h 6858000"/>
              <a:gd name="connsiteX3" fmla="*/ 0 w 5946082"/>
              <a:gd name="connsiteY3" fmla="*/ 6858000 h 6858000"/>
              <a:gd name="connsiteX4" fmla="*/ 0 w 5946082"/>
              <a:gd name="connsiteY4" fmla="*/ 3733039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6082" h="6858000">
                <a:moveTo>
                  <a:pt x="1425825" y="0"/>
                </a:moveTo>
                <a:lnTo>
                  <a:pt x="5946082" y="0"/>
                </a:lnTo>
                <a:lnTo>
                  <a:pt x="3326686" y="6858000"/>
                </a:lnTo>
                <a:lnTo>
                  <a:pt x="0" y="6858000"/>
                </a:lnTo>
                <a:lnTo>
                  <a:pt x="0" y="3733039"/>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24674509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EB1790-2B8C-4849-BA63-E7CE9A2039FA}"/>
              </a:ext>
            </a:extLst>
          </p:cNvPr>
          <p:cNvSpPr/>
          <p:nvPr userDrawn="1"/>
        </p:nvSpPr>
        <p:spPr>
          <a:xfrm>
            <a:off x="6096000" y="1"/>
            <a:ext cx="3048000" cy="228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2">
            <a:extLst>
              <a:ext uri="{FF2B5EF4-FFF2-40B4-BE49-F238E27FC236}">
                <a16:creationId xmlns:a16="http://schemas.microsoft.com/office/drawing/2014/main" id="{7CCE3651-0B21-48ED-8A18-DDB72BA77140}"/>
              </a:ext>
            </a:extLst>
          </p:cNvPr>
          <p:cNvSpPr/>
          <p:nvPr userDrawn="1"/>
        </p:nvSpPr>
        <p:spPr>
          <a:xfrm>
            <a:off x="6096000" y="4572000"/>
            <a:ext cx="3048000" cy="228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Rectangle 3">
            <a:extLst>
              <a:ext uri="{FF2B5EF4-FFF2-40B4-BE49-F238E27FC236}">
                <a16:creationId xmlns:a16="http://schemas.microsoft.com/office/drawing/2014/main" id="{0B7AD849-20B6-47C8-B889-945A1D232BFB}"/>
              </a:ext>
            </a:extLst>
          </p:cNvPr>
          <p:cNvSpPr/>
          <p:nvPr userDrawn="1"/>
        </p:nvSpPr>
        <p:spPr>
          <a:xfrm>
            <a:off x="9144000" y="2286001"/>
            <a:ext cx="3048000" cy="228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Freeform: Shape 9">
            <a:extLst>
              <a:ext uri="{FF2B5EF4-FFF2-40B4-BE49-F238E27FC236}">
                <a16:creationId xmlns:a16="http://schemas.microsoft.com/office/drawing/2014/main" id="{B3E16673-8624-41D5-9261-08DB46095C16}"/>
              </a:ext>
            </a:extLst>
          </p:cNvPr>
          <p:cNvSpPr>
            <a:spLocks noGrp="1"/>
          </p:cNvSpPr>
          <p:nvPr>
            <p:ph type="pic" sz="quarter" idx="10"/>
          </p:nvPr>
        </p:nvSpPr>
        <p:spPr>
          <a:xfrm>
            <a:off x="9144000" y="0"/>
            <a:ext cx="3048000" cy="2286000"/>
          </a:xfrm>
          <a:custGeom>
            <a:avLst/>
            <a:gdLst>
              <a:gd name="connsiteX0" fmla="*/ 0 w 3048000"/>
              <a:gd name="connsiteY0" fmla="*/ 0 h 2286000"/>
              <a:gd name="connsiteX1" fmla="*/ 3048000 w 3048000"/>
              <a:gd name="connsiteY1" fmla="*/ 0 h 2286000"/>
              <a:gd name="connsiteX2" fmla="*/ 3048000 w 3048000"/>
              <a:gd name="connsiteY2" fmla="*/ 2286000 h 2286000"/>
              <a:gd name="connsiteX3" fmla="*/ 0 w 3048000"/>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3048000" h="2286000">
                <a:moveTo>
                  <a:pt x="0" y="0"/>
                </a:moveTo>
                <a:lnTo>
                  <a:pt x="3048000" y="0"/>
                </a:lnTo>
                <a:lnTo>
                  <a:pt x="3048000" y="2286000"/>
                </a:lnTo>
                <a:lnTo>
                  <a:pt x="0" y="2286000"/>
                </a:lnTo>
                <a:close/>
              </a:path>
            </a:pathLst>
          </a:custGeom>
          <a:solidFill>
            <a:schemeClr val="bg1">
              <a:lumMod val="95000"/>
            </a:schemeClr>
          </a:solidFill>
        </p:spPr>
        <p:txBody>
          <a:bodyPr wrap="square">
            <a:noAutofit/>
          </a:bodyPr>
          <a:lstStyle>
            <a:lvl1pPr>
              <a:defRPr sz="1100"/>
            </a:lvl1pPr>
          </a:lstStyle>
          <a:p>
            <a:endParaRPr lang="en-ID"/>
          </a:p>
        </p:txBody>
      </p:sp>
      <p:sp>
        <p:nvSpPr>
          <p:cNvPr id="13" name="Freeform: Shape 12">
            <a:extLst>
              <a:ext uri="{FF2B5EF4-FFF2-40B4-BE49-F238E27FC236}">
                <a16:creationId xmlns:a16="http://schemas.microsoft.com/office/drawing/2014/main" id="{C86754E0-B22F-4D0C-BDBF-6F637224AAF5}"/>
              </a:ext>
            </a:extLst>
          </p:cNvPr>
          <p:cNvSpPr>
            <a:spLocks noGrp="1"/>
          </p:cNvSpPr>
          <p:nvPr>
            <p:ph type="pic" sz="quarter" idx="11"/>
          </p:nvPr>
        </p:nvSpPr>
        <p:spPr>
          <a:xfrm>
            <a:off x="6096000" y="2286001"/>
            <a:ext cx="3048000" cy="2286000"/>
          </a:xfrm>
          <a:custGeom>
            <a:avLst/>
            <a:gdLst>
              <a:gd name="connsiteX0" fmla="*/ 0 w 3048000"/>
              <a:gd name="connsiteY0" fmla="*/ 0 h 2286000"/>
              <a:gd name="connsiteX1" fmla="*/ 3048000 w 3048000"/>
              <a:gd name="connsiteY1" fmla="*/ 0 h 2286000"/>
              <a:gd name="connsiteX2" fmla="*/ 3048000 w 3048000"/>
              <a:gd name="connsiteY2" fmla="*/ 2286000 h 2286000"/>
              <a:gd name="connsiteX3" fmla="*/ 0 w 3048000"/>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3048000" h="2286000">
                <a:moveTo>
                  <a:pt x="0" y="0"/>
                </a:moveTo>
                <a:lnTo>
                  <a:pt x="3048000" y="0"/>
                </a:lnTo>
                <a:lnTo>
                  <a:pt x="3048000" y="2286000"/>
                </a:lnTo>
                <a:lnTo>
                  <a:pt x="0" y="2286000"/>
                </a:lnTo>
                <a:close/>
              </a:path>
            </a:pathLst>
          </a:custGeom>
          <a:solidFill>
            <a:schemeClr val="bg1">
              <a:lumMod val="95000"/>
            </a:schemeClr>
          </a:solidFill>
        </p:spPr>
        <p:txBody>
          <a:bodyPr wrap="square">
            <a:noAutofit/>
          </a:bodyPr>
          <a:lstStyle>
            <a:lvl1pPr>
              <a:defRPr sz="1100"/>
            </a:lvl1pPr>
          </a:lstStyle>
          <a:p>
            <a:endParaRPr lang="en-ID"/>
          </a:p>
        </p:txBody>
      </p:sp>
      <p:sp>
        <p:nvSpPr>
          <p:cNvPr id="16" name="Freeform: Shape 15">
            <a:extLst>
              <a:ext uri="{FF2B5EF4-FFF2-40B4-BE49-F238E27FC236}">
                <a16:creationId xmlns:a16="http://schemas.microsoft.com/office/drawing/2014/main" id="{84E57AFA-175A-450A-A19E-80A10BE4ACCD}"/>
              </a:ext>
            </a:extLst>
          </p:cNvPr>
          <p:cNvSpPr>
            <a:spLocks noGrp="1"/>
          </p:cNvSpPr>
          <p:nvPr>
            <p:ph type="pic" sz="quarter" idx="12"/>
          </p:nvPr>
        </p:nvSpPr>
        <p:spPr>
          <a:xfrm>
            <a:off x="9144000" y="4572000"/>
            <a:ext cx="3048000" cy="2286000"/>
          </a:xfrm>
          <a:custGeom>
            <a:avLst/>
            <a:gdLst>
              <a:gd name="connsiteX0" fmla="*/ 0 w 3048000"/>
              <a:gd name="connsiteY0" fmla="*/ 0 h 2286000"/>
              <a:gd name="connsiteX1" fmla="*/ 3048000 w 3048000"/>
              <a:gd name="connsiteY1" fmla="*/ 0 h 2286000"/>
              <a:gd name="connsiteX2" fmla="*/ 3048000 w 3048000"/>
              <a:gd name="connsiteY2" fmla="*/ 2286000 h 2286000"/>
              <a:gd name="connsiteX3" fmla="*/ 0 w 3048000"/>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3048000" h="2286000">
                <a:moveTo>
                  <a:pt x="0" y="0"/>
                </a:moveTo>
                <a:lnTo>
                  <a:pt x="3048000" y="0"/>
                </a:lnTo>
                <a:lnTo>
                  <a:pt x="3048000" y="2286000"/>
                </a:lnTo>
                <a:lnTo>
                  <a:pt x="0" y="2286000"/>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15315173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3DC0FEDA-E310-4DE7-8388-B221EA780C95}"/>
              </a:ext>
            </a:extLst>
          </p:cNvPr>
          <p:cNvSpPr/>
          <p:nvPr userDrawn="1"/>
        </p:nvSpPr>
        <p:spPr>
          <a:xfrm flipV="1">
            <a:off x="248651" y="0"/>
            <a:ext cx="5213684" cy="6857999"/>
          </a:xfrm>
          <a:custGeom>
            <a:avLst/>
            <a:gdLst>
              <a:gd name="connsiteX0" fmla="*/ 1035290 w 5213684"/>
              <a:gd name="connsiteY0" fmla="*/ 0 h 6857999"/>
              <a:gd name="connsiteX1" fmla="*/ 5213684 w 5213684"/>
              <a:gd name="connsiteY1" fmla="*/ 0 h 6857999"/>
              <a:gd name="connsiteX2" fmla="*/ 3611672 w 5213684"/>
              <a:gd name="connsiteY2" fmla="*/ 6857999 h 6857999"/>
              <a:gd name="connsiteX3" fmla="*/ 0 w 5213684"/>
              <a:gd name="connsiteY3" fmla="*/ 6857999 h 6857999"/>
              <a:gd name="connsiteX4" fmla="*/ 0 w 5213684"/>
              <a:gd name="connsiteY4" fmla="*/ 4431937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684" h="6857999">
                <a:moveTo>
                  <a:pt x="1035290" y="0"/>
                </a:moveTo>
                <a:lnTo>
                  <a:pt x="5213684" y="0"/>
                </a:lnTo>
                <a:lnTo>
                  <a:pt x="3611672" y="6857999"/>
                </a:lnTo>
                <a:lnTo>
                  <a:pt x="0" y="6857999"/>
                </a:lnTo>
                <a:lnTo>
                  <a:pt x="0" y="443193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A5917574-F4FA-4876-80A7-555B5456B11E}"/>
              </a:ext>
            </a:extLst>
          </p:cNvPr>
          <p:cNvSpPr>
            <a:spLocks noGrp="1"/>
          </p:cNvSpPr>
          <p:nvPr>
            <p:ph type="pic" sz="quarter" idx="10"/>
          </p:nvPr>
        </p:nvSpPr>
        <p:spPr>
          <a:xfrm>
            <a:off x="0" y="0"/>
            <a:ext cx="5213684" cy="6857999"/>
          </a:xfrm>
          <a:custGeom>
            <a:avLst/>
            <a:gdLst>
              <a:gd name="connsiteX0" fmla="*/ 0 w 5213684"/>
              <a:gd name="connsiteY0" fmla="*/ 0 h 6857999"/>
              <a:gd name="connsiteX1" fmla="*/ 3611672 w 5213684"/>
              <a:gd name="connsiteY1" fmla="*/ 0 h 6857999"/>
              <a:gd name="connsiteX2" fmla="*/ 5213684 w 5213684"/>
              <a:gd name="connsiteY2" fmla="*/ 6857999 h 6857999"/>
              <a:gd name="connsiteX3" fmla="*/ 1035290 w 5213684"/>
              <a:gd name="connsiteY3" fmla="*/ 6857999 h 6857999"/>
              <a:gd name="connsiteX4" fmla="*/ 0 w 5213684"/>
              <a:gd name="connsiteY4" fmla="*/ 2426062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684" h="6857999">
                <a:moveTo>
                  <a:pt x="0" y="0"/>
                </a:moveTo>
                <a:lnTo>
                  <a:pt x="3611672" y="0"/>
                </a:lnTo>
                <a:lnTo>
                  <a:pt x="5213684" y="6857999"/>
                </a:lnTo>
                <a:lnTo>
                  <a:pt x="1035290" y="6857999"/>
                </a:lnTo>
                <a:lnTo>
                  <a:pt x="0" y="2426062"/>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209161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CFC742AF-2B4E-45C9-B318-DD90A06FCBF1}"/>
              </a:ext>
            </a:extLst>
          </p:cNvPr>
          <p:cNvSpPr/>
          <p:nvPr userDrawn="1"/>
        </p:nvSpPr>
        <p:spPr>
          <a:xfrm flipH="1">
            <a:off x="303407" y="0"/>
            <a:ext cx="5409997" cy="6858000"/>
          </a:xfrm>
          <a:custGeom>
            <a:avLst/>
            <a:gdLst>
              <a:gd name="connsiteX0" fmla="*/ 1711406 w 5409997"/>
              <a:gd name="connsiteY0" fmla="*/ 0 h 6858000"/>
              <a:gd name="connsiteX1" fmla="*/ 3047797 w 5409997"/>
              <a:gd name="connsiteY1" fmla="*/ 0 h 6858000"/>
              <a:gd name="connsiteX2" fmla="*/ 5178925 w 5409997"/>
              <a:gd name="connsiteY2" fmla="*/ 0 h 6858000"/>
              <a:gd name="connsiteX3" fmla="*/ 5409997 w 5409997"/>
              <a:gd name="connsiteY3" fmla="*/ 0 h 6858000"/>
              <a:gd name="connsiteX4" fmla="*/ 5409997 w 5409997"/>
              <a:gd name="connsiteY4" fmla="*/ 647395 h 6858000"/>
              <a:gd name="connsiteX5" fmla="*/ 3958533 w 5409997"/>
              <a:gd name="connsiteY5" fmla="*/ 4262320 h 6858000"/>
              <a:gd name="connsiteX6" fmla="*/ 5000750 w 5409997"/>
              <a:gd name="connsiteY6" fmla="*/ 6858000 h 6858000"/>
              <a:gd name="connsiteX7" fmla="*/ 3047797 w 5409997"/>
              <a:gd name="connsiteY7" fmla="*/ 6858000 h 6858000"/>
              <a:gd name="connsiteX8" fmla="*/ 1042217 w 5409997"/>
              <a:gd name="connsiteY8" fmla="*/ 6858000 h 6858000"/>
              <a:gd name="connsiteX9" fmla="*/ 0 w 5409997"/>
              <a:gd name="connsiteY9" fmla="*/ 42623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9997" h="6858000">
                <a:moveTo>
                  <a:pt x="1711406" y="0"/>
                </a:moveTo>
                <a:lnTo>
                  <a:pt x="3047797" y="0"/>
                </a:lnTo>
                <a:lnTo>
                  <a:pt x="5178925" y="0"/>
                </a:lnTo>
                <a:lnTo>
                  <a:pt x="5409997" y="0"/>
                </a:lnTo>
                <a:lnTo>
                  <a:pt x="5409997" y="647395"/>
                </a:lnTo>
                <a:lnTo>
                  <a:pt x="3958533" y="4262320"/>
                </a:lnTo>
                <a:lnTo>
                  <a:pt x="5000750" y="6858000"/>
                </a:lnTo>
                <a:lnTo>
                  <a:pt x="3047797" y="6858000"/>
                </a:lnTo>
                <a:lnTo>
                  <a:pt x="1042217" y="6858000"/>
                </a:lnTo>
                <a:lnTo>
                  <a:pt x="0" y="426232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02626226-5484-4080-8FA0-5F1639A43122}"/>
              </a:ext>
            </a:extLst>
          </p:cNvPr>
          <p:cNvSpPr>
            <a:spLocks noGrp="1"/>
          </p:cNvSpPr>
          <p:nvPr>
            <p:ph type="pic" sz="quarter" idx="10"/>
          </p:nvPr>
        </p:nvSpPr>
        <p:spPr>
          <a:xfrm>
            <a:off x="0" y="0"/>
            <a:ext cx="5409997" cy="6858000"/>
          </a:xfrm>
          <a:custGeom>
            <a:avLst/>
            <a:gdLst>
              <a:gd name="connsiteX0" fmla="*/ 0 w 5409997"/>
              <a:gd name="connsiteY0" fmla="*/ 0 h 6858000"/>
              <a:gd name="connsiteX1" fmla="*/ 231072 w 5409997"/>
              <a:gd name="connsiteY1" fmla="*/ 0 h 6858000"/>
              <a:gd name="connsiteX2" fmla="*/ 2362200 w 5409997"/>
              <a:gd name="connsiteY2" fmla="*/ 0 h 6858000"/>
              <a:gd name="connsiteX3" fmla="*/ 2743200 w 5409997"/>
              <a:gd name="connsiteY3" fmla="*/ 0 h 6858000"/>
              <a:gd name="connsiteX4" fmla="*/ 3698591 w 5409997"/>
              <a:gd name="connsiteY4" fmla="*/ 0 h 6858000"/>
              <a:gd name="connsiteX5" fmla="*/ 5409997 w 5409997"/>
              <a:gd name="connsiteY5" fmla="*/ 4262320 h 6858000"/>
              <a:gd name="connsiteX6" fmla="*/ 4367780 w 5409997"/>
              <a:gd name="connsiteY6" fmla="*/ 6858000 h 6858000"/>
              <a:gd name="connsiteX7" fmla="*/ 2743200 w 5409997"/>
              <a:gd name="connsiteY7" fmla="*/ 6858000 h 6858000"/>
              <a:gd name="connsiteX8" fmla="*/ 2362200 w 5409997"/>
              <a:gd name="connsiteY8" fmla="*/ 6858000 h 6858000"/>
              <a:gd name="connsiteX9" fmla="*/ 409247 w 5409997"/>
              <a:gd name="connsiteY9" fmla="*/ 6858000 h 6858000"/>
              <a:gd name="connsiteX10" fmla="*/ 0 w 5409997"/>
              <a:gd name="connsiteY10" fmla="*/ 6858000 h 6858000"/>
              <a:gd name="connsiteX11" fmla="*/ 0 w 5409997"/>
              <a:gd name="connsiteY11" fmla="*/ 6473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09997" h="6858000">
                <a:moveTo>
                  <a:pt x="0" y="0"/>
                </a:moveTo>
                <a:lnTo>
                  <a:pt x="231072" y="0"/>
                </a:lnTo>
                <a:lnTo>
                  <a:pt x="2362200" y="0"/>
                </a:lnTo>
                <a:lnTo>
                  <a:pt x="2743200" y="0"/>
                </a:lnTo>
                <a:lnTo>
                  <a:pt x="3698591" y="0"/>
                </a:lnTo>
                <a:lnTo>
                  <a:pt x="5409997" y="4262320"/>
                </a:lnTo>
                <a:lnTo>
                  <a:pt x="4367780" y="6858000"/>
                </a:lnTo>
                <a:lnTo>
                  <a:pt x="2743200" y="6858000"/>
                </a:lnTo>
                <a:lnTo>
                  <a:pt x="2362200" y="6858000"/>
                </a:lnTo>
                <a:lnTo>
                  <a:pt x="409247" y="6858000"/>
                </a:lnTo>
                <a:lnTo>
                  <a:pt x="0" y="6858000"/>
                </a:lnTo>
                <a:lnTo>
                  <a:pt x="0" y="647395"/>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40441660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7C74326-8227-471C-8734-468EC63E4132}"/>
              </a:ext>
            </a:extLst>
          </p:cNvPr>
          <p:cNvSpPr>
            <a:spLocks noGrp="1"/>
          </p:cNvSpPr>
          <p:nvPr>
            <p:ph type="pic" sz="quarter" idx="10"/>
          </p:nvPr>
        </p:nvSpPr>
        <p:spPr>
          <a:xfrm>
            <a:off x="575141" y="914900"/>
            <a:ext cx="3139828" cy="5124452"/>
          </a:xfrm>
          <a:custGeom>
            <a:avLst/>
            <a:gdLst>
              <a:gd name="connsiteX0" fmla="*/ 0 w 3139828"/>
              <a:gd name="connsiteY0" fmla="*/ 0 h 5124452"/>
              <a:gd name="connsiteX1" fmla="*/ 2539776 w 3139828"/>
              <a:gd name="connsiteY1" fmla="*/ 0 h 5124452"/>
              <a:gd name="connsiteX2" fmla="*/ 3139828 w 3139828"/>
              <a:gd name="connsiteY2" fmla="*/ 5124452 h 5124452"/>
              <a:gd name="connsiteX3" fmla="*/ 600052 w 3139828"/>
              <a:gd name="connsiteY3" fmla="*/ 5124452 h 5124452"/>
            </a:gdLst>
            <a:ahLst/>
            <a:cxnLst>
              <a:cxn ang="0">
                <a:pos x="connsiteX0" y="connsiteY0"/>
              </a:cxn>
              <a:cxn ang="0">
                <a:pos x="connsiteX1" y="connsiteY1"/>
              </a:cxn>
              <a:cxn ang="0">
                <a:pos x="connsiteX2" y="connsiteY2"/>
              </a:cxn>
              <a:cxn ang="0">
                <a:pos x="connsiteX3" y="connsiteY3"/>
              </a:cxn>
            </a:cxnLst>
            <a:rect l="l" t="t" r="r" b="b"/>
            <a:pathLst>
              <a:path w="3139828" h="5124452">
                <a:moveTo>
                  <a:pt x="0" y="0"/>
                </a:moveTo>
                <a:lnTo>
                  <a:pt x="2539776" y="0"/>
                </a:lnTo>
                <a:lnTo>
                  <a:pt x="3139828" y="5124452"/>
                </a:lnTo>
                <a:lnTo>
                  <a:pt x="600052" y="5124452"/>
                </a:lnTo>
                <a:close/>
              </a:path>
            </a:pathLst>
          </a:custGeom>
          <a:solidFill>
            <a:schemeClr val="bg1">
              <a:lumMod val="95000"/>
            </a:schemeClr>
          </a:solidFill>
        </p:spPr>
        <p:txBody>
          <a:bodyPr wrap="square">
            <a:noAutofit/>
          </a:bodyPr>
          <a:lstStyle>
            <a:lvl1pPr>
              <a:defRPr sz="1100"/>
            </a:lvl1pPr>
          </a:lstStyle>
          <a:p>
            <a:endParaRPr lang="en-ID"/>
          </a:p>
        </p:txBody>
      </p:sp>
      <p:sp>
        <p:nvSpPr>
          <p:cNvPr id="9" name="Freeform: Shape 8">
            <a:extLst>
              <a:ext uri="{FF2B5EF4-FFF2-40B4-BE49-F238E27FC236}">
                <a16:creationId xmlns:a16="http://schemas.microsoft.com/office/drawing/2014/main" id="{33453055-2FF0-4B38-80E1-1989AA78CE6D}"/>
              </a:ext>
            </a:extLst>
          </p:cNvPr>
          <p:cNvSpPr>
            <a:spLocks noGrp="1"/>
          </p:cNvSpPr>
          <p:nvPr>
            <p:ph type="pic" sz="quarter" idx="11"/>
          </p:nvPr>
        </p:nvSpPr>
        <p:spPr>
          <a:xfrm>
            <a:off x="3370258" y="914900"/>
            <a:ext cx="3139828" cy="5124452"/>
          </a:xfrm>
          <a:custGeom>
            <a:avLst/>
            <a:gdLst>
              <a:gd name="connsiteX0" fmla="*/ 0 w 3139828"/>
              <a:gd name="connsiteY0" fmla="*/ 0 h 5124452"/>
              <a:gd name="connsiteX1" fmla="*/ 2539776 w 3139828"/>
              <a:gd name="connsiteY1" fmla="*/ 0 h 5124452"/>
              <a:gd name="connsiteX2" fmla="*/ 3139828 w 3139828"/>
              <a:gd name="connsiteY2" fmla="*/ 5124452 h 5124452"/>
              <a:gd name="connsiteX3" fmla="*/ 600052 w 3139828"/>
              <a:gd name="connsiteY3" fmla="*/ 5124452 h 5124452"/>
            </a:gdLst>
            <a:ahLst/>
            <a:cxnLst>
              <a:cxn ang="0">
                <a:pos x="connsiteX0" y="connsiteY0"/>
              </a:cxn>
              <a:cxn ang="0">
                <a:pos x="connsiteX1" y="connsiteY1"/>
              </a:cxn>
              <a:cxn ang="0">
                <a:pos x="connsiteX2" y="connsiteY2"/>
              </a:cxn>
              <a:cxn ang="0">
                <a:pos x="connsiteX3" y="connsiteY3"/>
              </a:cxn>
            </a:cxnLst>
            <a:rect l="l" t="t" r="r" b="b"/>
            <a:pathLst>
              <a:path w="3139828" h="5124452">
                <a:moveTo>
                  <a:pt x="0" y="0"/>
                </a:moveTo>
                <a:lnTo>
                  <a:pt x="2539776" y="0"/>
                </a:lnTo>
                <a:lnTo>
                  <a:pt x="3139828" y="5124452"/>
                </a:lnTo>
                <a:lnTo>
                  <a:pt x="600052" y="5124452"/>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31716705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13DC76F5-6384-4C2D-A1E1-BBCF9085AC32}"/>
              </a:ext>
            </a:extLst>
          </p:cNvPr>
          <p:cNvSpPr/>
          <p:nvPr userDrawn="1"/>
        </p:nvSpPr>
        <p:spPr>
          <a:xfrm>
            <a:off x="6839674" y="914900"/>
            <a:ext cx="3139828" cy="5124452"/>
          </a:xfrm>
          <a:custGeom>
            <a:avLst/>
            <a:gdLst>
              <a:gd name="connsiteX0" fmla="*/ 0 w 3139828"/>
              <a:gd name="connsiteY0" fmla="*/ 0 h 5124452"/>
              <a:gd name="connsiteX1" fmla="*/ 2539776 w 3139828"/>
              <a:gd name="connsiteY1" fmla="*/ 0 h 5124452"/>
              <a:gd name="connsiteX2" fmla="*/ 3139828 w 3139828"/>
              <a:gd name="connsiteY2" fmla="*/ 5124452 h 5124452"/>
              <a:gd name="connsiteX3" fmla="*/ 600052 w 3139828"/>
              <a:gd name="connsiteY3" fmla="*/ 5124452 h 5124452"/>
            </a:gdLst>
            <a:ahLst/>
            <a:cxnLst>
              <a:cxn ang="0">
                <a:pos x="connsiteX0" y="connsiteY0"/>
              </a:cxn>
              <a:cxn ang="0">
                <a:pos x="connsiteX1" y="connsiteY1"/>
              </a:cxn>
              <a:cxn ang="0">
                <a:pos x="connsiteX2" y="connsiteY2"/>
              </a:cxn>
              <a:cxn ang="0">
                <a:pos x="connsiteX3" y="connsiteY3"/>
              </a:cxn>
            </a:cxnLst>
            <a:rect l="l" t="t" r="r" b="b"/>
            <a:pathLst>
              <a:path w="3139828" h="5124452">
                <a:moveTo>
                  <a:pt x="0" y="0"/>
                </a:moveTo>
                <a:lnTo>
                  <a:pt x="2539776" y="0"/>
                </a:lnTo>
                <a:lnTo>
                  <a:pt x="3139828" y="5124452"/>
                </a:lnTo>
                <a:lnTo>
                  <a:pt x="600052" y="512445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1B18988E-213F-439A-B201-A3F3446D5B57}"/>
              </a:ext>
            </a:extLst>
          </p:cNvPr>
          <p:cNvSpPr>
            <a:spLocks noGrp="1"/>
          </p:cNvSpPr>
          <p:nvPr>
            <p:ph type="pic" sz="quarter" idx="10"/>
          </p:nvPr>
        </p:nvSpPr>
        <p:spPr>
          <a:xfrm>
            <a:off x="7104280" y="914900"/>
            <a:ext cx="3139828" cy="5124452"/>
          </a:xfrm>
          <a:custGeom>
            <a:avLst/>
            <a:gdLst>
              <a:gd name="connsiteX0" fmla="*/ 0 w 3139828"/>
              <a:gd name="connsiteY0" fmla="*/ 0 h 5124452"/>
              <a:gd name="connsiteX1" fmla="*/ 2539776 w 3139828"/>
              <a:gd name="connsiteY1" fmla="*/ 0 h 5124452"/>
              <a:gd name="connsiteX2" fmla="*/ 3139828 w 3139828"/>
              <a:gd name="connsiteY2" fmla="*/ 5124452 h 5124452"/>
              <a:gd name="connsiteX3" fmla="*/ 600052 w 3139828"/>
              <a:gd name="connsiteY3" fmla="*/ 5124452 h 5124452"/>
            </a:gdLst>
            <a:ahLst/>
            <a:cxnLst>
              <a:cxn ang="0">
                <a:pos x="connsiteX0" y="connsiteY0"/>
              </a:cxn>
              <a:cxn ang="0">
                <a:pos x="connsiteX1" y="connsiteY1"/>
              </a:cxn>
              <a:cxn ang="0">
                <a:pos x="connsiteX2" y="connsiteY2"/>
              </a:cxn>
              <a:cxn ang="0">
                <a:pos x="connsiteX3" y="connsiteY3"/>
              </a:cxn>
            </a:cxnLst>
            <a:rect l="l" t="t" r="r" b="b"/>
            <a:pathLst>
              <a:path w="3139828" h="5124452">
                <a:moveTo>
                  <a:pt x="0" y="0"/>
                </a:moveTo>
                <a:lnTo>
                  <a:pt x="2539776" y="0"/>
                </a:lnTo>
                <a:lnTo>
                  <a:pt x="3139828" y="5124452"/>
                </a:lnTo>
                <a:lnTo>
                  <a:pt x="600052" y="5124452"/>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7519462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46721E-92B0-470B-8F3D-DD2CCD630843}"/>
              </a:ext>
            </a:extLst>
          </p:cNvPr>
          <p:cNvSpPr/>
          <p:nvPr userDrawn="1"/>
        </p:nvSpPr>
        <p:spPr>
          <a:xfrm>
            <a:off x="1756611" y="0"/>
            <a:ext cx="367364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Freeform: Shape 5">
            <a:extLst>
              <a:ext uri="{FF2B5EF4-FFF2-40B4-BE49-F238E27FC236}">
                <a16:creationId xmlns:a16="http://schemas.microsoft.com/office/drawing/2014/main" id="{2CDE44A2-3348-448B-B043-1B2532BF7057}"/>
              </a:ext>
            </a:extLst>
          </p:cNvPr>
          <p:cNvSpPr>
            <a:spLocks noGrp="1"/>
          </p:cNvSpPr>
          <p:nvPr>
            <p:ph type="pic" sz="quarter" idx="10"/>
          </p:nvPr>
        </p:nvSpPr>
        <p:spPr>
          <a:xfrm>
            <a:off x="1523999" y="0"/>
            <a:ext cx="3673643" cy="6858000"/>
          </a:xfrm>
          <a:custGeom>
            <a:avLst/>
            <a:gdLst>
              <a:gd name="connsiteX0" fmla="*/ 0 w 3673643"/>
              <a:gd name="connsiteY0" fmla="*/ 0 h 6858000"/>
              <a:gd name="connsiteX1" fmla="*/ 3673643 w 3673643"/>
              <a:gd name="connsiteY1" fmla="*/ 0 h 6858000"/>
              <a:gd name="connsiteX2" fmla="*/ 3673643 w 3673643"/>
              <a:gd name="connsiteY2" fmla="*/ 6858000 h 6858000"/>
              <a:gd name="connsiteX3" fmla="*/ 0 w 367364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673643" h="6858000">
                <a:moveTo>
                  <a:pt x="0" y="0"/>
                </a:moveTo>
                <a:lnTo>
                  <a:pt x="3673643" y="0"/>
                </a:lnTo>
                <a:lnTo>
                  <a:pt x="3673643" y="6858000"/>
                </a:lnTo>
                <a:lnTo>
                  <a:pt x="0" y="6858000"/>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8851476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0D700825-92A8-4D92-BE6D-020DAA420737}"/>
              </a:ext>
            </a:extLst>
          </p:cNvPr>
          <p:cNvSpPr>
            <a:spLocks noGrp="1"/>
          </p:cNvSpPr>
          <p:nvPr>
            <p:ph type="pic" sz="quarter" idx="10"/>
          </p:nvPr>
        </p:nvSpPr>
        <p:spPr>
          <a:xfrm>
            <a:off x="5594316" y="943978"/>
            <a:ext cx="3139828" cy="5124452"/>
          </a:xfrm>
          <a:custGeom>
            <a:avLst/>
            <a:gdLst>
              <a:gd name="connsiteX0" fmla="*/ 600052 w 3139828"/>
              <a:gd name="connsiteY0" fmla="*/ 0 h 5124452"/>
              <a:gd name="connsiteX1" fmla="*/ 3139828 w 3139828"/>
              <a:gd name="connsiteY1" fmla="*/ 0 h 5124452"/>
              <a:gd name="connsiteX2" fmla="*/ 2539776 w 3139828"/>
              <a:gd name="connsiteY2" fmla="*/ 5124452 h 5124452"/>
              <a:gd name="connsiteX3" fmla="*/ 0 w 3139828"/>
              <a:gd name="connsiteY3" fmla="*/ 5124452 h 5124452"/>
            </a:gdLst>
            <a:ahLst/>
            <a:cxnLst>
              <a:cxn ang="0">
                <a:pos x="connsiteX0" y="connsiteY0"/>
              </a:cxn>
              <a:cxn ang="0">
                <a:pos x="connsiteX1" y="connsiteY1"/>
              </a:cxn>
              <a:cxn ang="0">
                <a:pos x="connsiteX2" y="connsiteY2"/>
              </a:cxn>
              <a:cxn ang="0">
                <a:pos x="connsiteX3" y="connsiteY3"/>
              </a:cxn>
            </a:cxnLst>
            <a:rect l="l" t="t" r="r" b="b"/>
            <a:pathLst>
              <a:path w="3139828" h="5124452">
                <a:moveTo>
                  <a:pt x="600052" y="0"/>
                </a:moveTo>
                <a:lnTo>
                  <a:pt x="3139828" y="0"/>
                </a:lnTo>
                <a:lnTo>
                  <a:pt x="2539776" y="5124452"/>
                </a:lnTo>
                <a:lnTo>
                  <a:pt x="0" y="5124452"/>
                </a:lnTo>
                <a:close/>
              </a:path>
            </a:pathLst>
          </a:custGeom>
          <a:solidFill>
            <a:schemeClr val="bg1">
              <a:lumMod val="95000"/>
            </a:schemeClr>
          </a:solidFill>
        </p:spPr>
        <p:txBody>
          <a:bodyPr wrap="square">
            <a:noAutofit/>
          </a:bodyPr>
          <a:lstStyle>
            <a:lvl1pPr>
              <a:defRPr sz="1100"/>
            </a:lvl1pPr>
          </a:lstStyle>
          <a:p>
            <a:endParaRPr lang="en-ID"/>
          </a:p>
        </p:txBody>
      </p:sp>
      <p:sp>
        <p:nvSpPr>
          <p:cNvPr id="9" name="Freeform: Shape 8">
            <a:extLst>
              <a:ext uri="{FF2B5EF4-FFF2-40B4-BE49-F238E27FC236}">
                <a16:creationId xmlns:a16="http://schemas.microsoft.com/office/drawing/2014/main" id="{DF970B76-045D-416F-AEE5-7D670E539FA8}"/>
              </a:ext>
            </a:extLst>
          </p:cNvPr>
          <p:cNvSpPr>
            <a:spLocks noGrp="1"/>
          </p:cNvSpPr>
          <p:nvPr>
            <p:ph type="pic" sz="quarter" idx="11"/>
          </p:nvPr>
        </p:nvSpPr>
        <p:spPr>
          <a:xfrm>
            <a:off x="8383417" y="943978"/>
            <a:ext cx="3139828" cy="5124452"/>
          </a:xfrm>
          <a:custGeom>
            <a:avLst/>
            <a:gdLst>
              <a:gd name="connsiteX0" fmla="*/ 600052 w 3139828"/>
              <a:gd name="connsiteY0" fmla="*/ 0 h 5124452"/>
              <a:gd name="connsiteX1" fmla="*/ 3139828 w 3139828"/>
              <a:gd name="connsiteY1" fmla="*/ 0 h 5124452"/>
              <a:gd name="connsiteX2" fmla="*/ 2539776 w 3139828"/>
              <a:gd name="connsiteY2" fmla="*/ 5124452 h 5124452"/>
              <a:gd name="connsiteX3" fmla="*/ 0 w 3139828"/>
              <a:gd name="connsiteY3" fmla="*/ 5124452 h 5124452"/>
            </a:gdLst>
            <a:ahLst/>
            <a:cxnLst>
              <a:cxn ang="0">
                <a:pos x="connsiteX0" y="connsiteY0"/>
              </a:cxn>
              <a:cxn ang="0">
                <a:pos x="connsiteX1" y="connsiteY1"/>
              </a:cxn>
              <a:cxn ang="0">
                <a:pos x="connsiteX2" y="connsiteY2"/>
              </a:cxn>
              <a:cxn ang="0">
                <a:pos x="connsiteX3" y="connsiteY3"/>
              </a:cxn>
            </a:cxnLst>
            <a:rect l="l" t="t" r="r" b="b"/>
            <a:pathLst>
              <a:path w="3139828" h="5124452">
                <a:moveTo>
                  <a:pt x="600052" y="0"/>
                </a:moveTo>
                <a:lnTo>
                  <a:pt x="3139828" y="0"/>
                </a:lnTo>
                <a:lnTo>
                  <a:pt x="2539776" y="5124452"/>
                </a:lnTo>
                <a:lnTo>
                  <a:pt x="0" y="5124452"/>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38610875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7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7BDCCD-9EE5-47E4-9596-084AB1DE9366}"/>
              </a:ext>
            </a:extLst>
          </p:cNvPr>
          <p:cNvSpPr/>
          <p:nvPr userDrawn="1"/>
        </p:nvSpPr>
        <p:spPr>
          <a:xfrm>
            <a:off x="0" y="2245891"/>
            <a:ext cx="12192000" cy="11343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Freeform: Shape 5">
            <a:extLst>
              <a:ext uri="{FF2B5EF4-FFF2-40B4-BE49-F238E27FC236}">
                <a16:creationId xmlns:a16="http://schemas.microsoft.com/office/drawing/2014/main" id="{854661F0-34C7-4D57-8A8B-23E61FEB4052}"/>
              </a:ext>
            </a:extLst>
          </p:cNvPr>
          <p:cNvSpPr>
            <a:spLocks noGrp="1"/>
          </p:cNvSpPr>
          <p:nvPr>
            <p:ph type="pic" sz="quarter" idx="10"/>
          </p:nvPr>
        </p:nvSpPr>
        <p:spPr>
          <a:xfrm>
            <a:off x="0" y="673766"/>
            <a:ext cx="12192000" cy="2514667"/>
          </a:xfrm>
          <a:custGeom>
            <a:avLst/>
            <a:gdLst>
              <a:gd name="connsiteX0" fmla="*/ 0 w 12192000"/>
              <a:gd name="connsiteY0" fmla="*/ 0 h 2514667"/>
              <a:gd name="connsiteX1" fmla="*/ 12192000 w 12192000"/>
              <a:gd name="connsiteY1" fmla="*/ 0 h 2514667"/>
              <a:gd name="connsiteX2" fmla="*/ 12192000 w 12192000"/>
              <a:gd name="connsiteY2" fmla="*/ 2514667 h 2514667"/>
              <a:gd name="connsiteX3" fmla="*/ 0 w 12192000"/>
              <a:gd name="connsiteY3" fmla="*/ 2514667 h 2514667"/>
            </a:gdLst>
            <a:ahLst/>
            <a:cxnLst>
              <a:cxn ang="0">
                <a:pos x="connsiteX0" y="connsiteY0"/>
              </a:cxn>
              <a:cxn ang="0">
                <a:pos x="connsiteX1" y="connsiteY1"/>
              </a:cxn>
              <a:cxn ang="0">
                <a:pos x="connsiteX2" y="connsiteY2"/>
              </a:cxn>
              <a:cxn ang="0">
                <a:pos x="connsiteX3" y="connsiteY3"/>
              </a:cxn>
            </a:cxnLst>
            <a:rect l="l" t="t" r="r" b="b"/>
            <a:pathLst>
              <a:path w="12192000" h="2514667">
                <a:moveTo>
                  <a:pt x="0" y="0"/>
                </a:moveTo>
                <a:lnTo>
                  <a:pt x="12192000" y="0"/>
                </a:lnTo>
                <a:lnTo>
                  <a:pt x="12192000" y="2514667"/>
                </a:lnTo>
                <a:lnTo>
                  <a:pt x="0" y="2514667"/>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31834131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9BB65D-401D-4E7B-A7D9-7D8B3D722A08}"/>
              </a:ext>
            </a:extLst>
          </p:cNvPr>
          <p:cNvSpPr/>
          <p:nvPr userDrawn="1"/>
        </p:nvSpPr>
        <p:spPr>
          <a:xfrm flipH="1">
            <a:off x="6789574" y="0"/>
            <a:ext cx="367364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Freeform: Shape 5">
            <a:extLst>
              <a:ext uri="{FF2B5EF4-FFF2-40B4-BE49-F238E27FC236}">
                <a16:creationId xmlns:a16="http://schemas.microsoft.com/office/drawing/2014/main" id="{CB243B5A-E28D-4568-92A6-166B929002A6}"/>
              </a:ext>
            </a:extLst>
          </p:cNvPr>
          <p:cNvSpPr>
            <a:spLocks noGrp="1"/>
          </p:cNvSpPr>
          <p:nvPr>
            <p:ph type="pic" sz="quarter" idx="10"/>
          </p:nvPr>
        </p:nvSpPr>
        <p:spPr>
          <a:xfrm>
            <a:off x="7022186" y="0"/>
            <a:ext cx="3673643" cy="6858000"/>
          </a:xfrm>
          <a:custGeom>
            <a:avLst/>
            <a:gdLst>
              <a:gd name="connsiteX0" fmla="*/ 0 w 3673643"/>
              <a:gd name="connsiteY0" fmla="*/ 0 h 6858000"/>
              <a:gd name="connsiteX1" fmla="*/ 3673643 w 3673643"/>
              <a:gd name="connsiteY1" fmla="*/ 0 h 6858000"/>
              <a:gd name="connsiteX2" fmla="*/ 3673643 w 3673643"/>
              <a:gd name="connsiteY2" fmla="*/ 6858000 h 6858000"/>
              <a:gd name="connsiteX3" fmla="*/ 0 w 367364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673643" h="6858000">
                <a:moveTo>
                  <a:pt x="0" y="0"/>
                </a:moveTo>
                <a:lnTo>
                  <a:pt x="3673643" y="0"/>
                </a:lnTo>
                <a:lnTo>
                  <a:pt x="3673643" y="6858000"/>
                </a:lnTo>
                <a:lnTo>
                  <a:pt x="0" y="6858000"/>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33896679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9A5037-39C8-4F86-8231-A9356259EAF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791510" y="1248904"/>
            <a:ext cx="4839269" cy="4839269"/>
          </a:xfrm>
          <a:prstGeom prst="rect">
            <a:avLst/>
          </a:prstGeom>
        </p:spPr>
      </p:pic>
      <p:sp>
        <p:nvSpPr>
          <p:cNvPr id="6" name="Freeform: Shape 5">
            <a:extLst>
              <a:ext uri="{FF2B5EF4-FFF2-40B4-BE49-F238E27FC236}">
                <a16:creationId xmlns:a16="http://schemas.microsoft.com/office/drawing/2014/main" id="{EAD8D6A3-D228-4030-A342-1DD29AFDCFB4}"/>
              </a:ext>
            </a:extLst>
          </p:cNvPr>
          <p:cNvSpPr>
            <a:spLocks noGrp="1"/>
          </p:cNvSpPr>
          <p:nvPr>
            <p:ph type="pic" sz="quarter" idx="10"/>
          </p:nvPr>
        </p:nvSpPr>
        <p:spPr>
          <a:xfrm>
            <a:off x="1759364" y="1531196"/>
            <a:ext cx="3011101" cy="4261245"/>
          </a:xfrm>
          <a:custGeom>
            <a:avLst/>
            <a:gdLst>
              <a:gd name="connsiteX0" fmla="*/ 112043 w 3011101"/>
              <a:gd name="connsiteY0" fmla="*/ 0 h 4261245"/>
              <a:gd name="connsiteX1" fmla="*/ 2899058 w 3011101"/>
              <a:gd name="connsiteY1" fmla="*/ 0 h 4261245"/>
              <a:gd name="connsiteX2" fmla="*/ 3011101 w 3011101"/>
              <a:gd name="connsiteY2" fmla="*/ 112043 h 4261245"/>
              <a:gd name="connsiteX3" fmla="*/ 3011101 w 3011101"/>
              <a:gd name="connsiteY3" fmla="*/ 4149203 h 4261245"/>
              <a:gd name="connsiteX4" fmla="*/ 2899058 w 3011101"/>
              <a:gd name="connsiteY4" fmla="*/ 4261245 h 4261245"/>
              <a:gd name="connsiteX5" fmla="*/ 112043 w 3011101"/>
              <a:gd name="connsiteY5" fmla="*/ 4261245 h 4261245"/>
              <a:gd name="connsiteX6" fmla="*/ 0 w 3011101"/>
              <a:gd name="connsiteY6" fmla="*/ 4149203 h 4261245"/>
              <a:gd name="connsiteX7" fmla="*/ 0 w 3011101"/>
              <a:gd name="connsiteY7" fmla="*/ 112043 h 4261245"/>
              <a:gd name="connsiteX8" fmla="*/ 112043 w 3011101"/>
              <a:gd name="connsiteY8" fmla="*/ 0 h 4261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1101" h="4261245">
                <a:moveTo>
                  <a:pt x="112043" y="0"/>
                </a:moveTo>
                <a:lnTo>
                  <a:pt x="2899058" y="0"/>
                </a:lnTo>
                <a:cubicBezTo>
                  <a:pt x="2960938" y="0"/>
                  <a:pt x="3011101" y="50163"/>
                  <a:pt x="3011101" y="112043"/>
                </a:cubicBezTo>
                <a:lnTo>
                  <a:pt x="3011101" y="4149203"/>
                </a:lnTo>
                <a:cubicBezTo>
                  <a:pt x="3011101" y="4211082"/>
                  <a:pt x="2960938" y="4261245"/>
                  <a:pt x="2899058" y="4261245"/>
                </a:cubicBezTo>
                <a:lnTo>
                  <a:pt x="112043" y="4261245"/>
                </a:lnTo>
                <a:cubicBezTo>
                  <a:pt x="50164" y="4261245"/>
                  <a:pt x="0" y="4211082"/>
                  <a:pt x="0" y="4149203"/>
                </a:cubicBezTo>
                <a:lnTo>
                  <a:pt x="0" y="112043"/>
                </a:lnTo>
                <a:cubicBezTo>
                  <a:pt x="0" y="50163"/>
                  <a:pt x="50164" y="0"/>
                  <a:pt x="112043" y="0"/>
                </a:cubicBez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36126909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B7E742-7510-406D-B62B-D10DB04D216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983706" y="1194929"/>
            <a:ext cx="5039629" cy="5039629"/>
          </a:xfrm>
          <a:prstGeom prst="rect">
            <a:avLst/>
          </a:prstGeom>
        </p:spPr>
      </p:pic>
      <p:sp>
        <p:nvSpPr>
          <p:cNvPr id="6" name="Freeform: Shape 5">
            <a:extLst>
              <a:ext uri="{FF2B5EF4-FFF2-40B4-BE49-F238E27FC236}">
                <a16:creationId xmlns:a16="http://schemas.microsoft.com/office/drawing/2014/main" id="{139B9990-86C3-48C4-B410-ED89CD2E90DA}"/>
              </a:ext>
            </a:extLst>
          </p:cNvPr>
          <p:cNvSpPr>
            <a:spLocks noGrp="1"/>
          </p:cNvSpPr>
          <p:nvPr>
            <p:ph type="pic" sz="quarter" idx="10"/>
          </p:nvPr>
        </p:nvSpPr>
        <p:spPr>
          <a:xfrm>
            <a:off x="7836861" y="1514660"/>
            <a:ext cx="2044803" cy="4381719"/>
          </a:xfrm>
          <a:custGeom>
            <a:avLst/>
            <a:gdLst>
              <a:gd name="connsiteX0" fmla="*/ 248566 w 2044803"/>
              <a:gd name="connsiteY0" fmla="*/ 0 h 4381719"/>
              <a:gd name="connsiteX1" fmla="*/ 1796237 w 2044803"/>
              <a:gd name="connsiteY1" fmla="*/ 0 h 4381719"/>
              <a:gd name="connsiteX2" fmla="*/ 2044803 w 2044803"/>
              <a:gd name="connsiteY2" fmla="*/ 248567 h 4381719"/>
              <a:gd name="connsiteX3" fmla="*/ 2044803 w 2044803"/>
              <a:gd name="connsiteY3" fmla="*/ 4133154 h 4381719"/>
              <a:gd name="connsiteX4" fmla="*/ 1796237 w 2044803"/>
              <a:gd name="connsiteY4" fmla="*/ 4381719 h 4381719"/>
              <a:gd name="connsiteX5" fmla="*/ 248566 w 2044803"/>
              <a:gd name="connsiteY5" fmla="*/ 4381719 h 4381719"/>
              <a:gd name="connsiteX6" fmla="*/ 0 w 2044803"/>
              <a:gd name="connsiteY6" fmla="*/ 4133154 h 4381719"/>
              <a:gd name="connsiteX7" fmla="*/ 0 w 2044803"/>
              <a:gd name="connsiteY7" fmla="*/ 248567 h 4381719"/>
              <a:gd name="connsiteX8" fmla="*/ 248566 w 2044803"/>
              <a:gd name="connsiteY8" fmla="*/ 0 h 438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44803" h="4381719">
                <a:moveTo>
                  <a:pt x="248566" y="0"/>
                </a:moveTo>
                <a:lnTo>
                  <a:pt x="1796237" y="0"/>
                </a:lnTo>
                <a:cubicBezTo>
                  <a:pt x="1933516" y="0"/>
                  <a:pt x="2044803" y="111287"/>
                  <a:pt x="2044803" y="248567"/>
                </a:cubicBezTo>
                <a:lnTo>
                  <a:pt x="2044803" y="4133154"/>
                </a:lnTo>
                <a:cubicBezTo>
                  <a:pt x="2044803" y="4270433"/>
                  <a:pt x="1933516" y="4381719"/>
                  <a:pt x="1796237" y="4381719"/>
                </a:cubicBezTo>
                <a:lnTo>
                  <a:pt x="248566" y="4381719"/>
                </a:lnTo>
                <a:cubicBezTo>
                  <a:pt x="111286" y="4381719"/>
                  <a:pt x="0" y="4270433"/>
                  <a:pt x="0" y="4133154"/>
                </a:cubicBezTo>
                <a:lnTo>
                  <a:pt x="0" y="248567"/>
                </a:lnTo>
                <a:cubicBezTo>
                  <a:pt x="0" y="111287"/>
                  <a:pt x="111286" y="0"/>
                  <a:pt x="248566" y="0"/>
                </a:cubicBez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6910333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5AB47D-2FBF-48FF-B3BD-ABEE948E333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64233" y="1138989"/>
            <a:ext cx="5049905" cy="5049905"/>
          </a:xfrm>
          <a:prstGeom prst="rect">
            <a:avLst/>
          </a:prstGeom>
        </p:spPr>
      </p:pic>
      <p:sp>
        <p:nvSpPr>
          <p:cNvPr id="6" name="Freeform: Shape 5">
            <a:extLst>
              <a:ext uri="{FF2B5EF4-FFF2-40B4-BE49-F238E27FC236}">
                <a16:creationId xmlns:a16="http://schemas.microsoft.com/office/drawing/2014/main" id="{112C38B8-C902-478E-A632-9DE667C5312C}"/>
              </a:ext>
            </a:extLst>
          </p:cNvPr>
          <p:cNvSpPr>
            <a:spLocks noGrp="1"/>
          </p:cNvSpPr>
          <p:nvPr>
            <p:ph type="pic" sz="quarter" idx="10"/>
          </p:nvPr>
        </p:nvSpPr>
        <p:spPr>
          <a:xfrm>
            <a:off x="1543239" y="1818691"/>
            <a:ext cx="3907007" cy="2280765"/>
          </a:xfrm>
          <a:custGeom>
            <a:avLst/>
            <a:gdLst>
              <a:gd name="connsiteX0" fmla="*/ 0 w 3907007"/>
              <a:gd name="connsiteY0" fmla="*/ 0 h 2280765"/>
              <a:gd name="connsiteX1" fmla="*/ 3907007 w 3907007"/>
              <a:gd name="connsiteY1" fmla="*/ 0 h 2280765"/>
              <a:gd name="connsiteX2" fmla="*/ 3907007 w 3907007"/>
              <a:gd name="connsiteY2" fmla="*/ 2280765 h 2280765"/>
              <a:gd name="connsiteX3" fmla="*/ 0 w 3907007"/>
              <a:gd name="connsiteY3" fmla="*/ 2280765 h 2280765"/>
            </a:gdLst>
            <a:ahLst/>
            <a:cxnLst>
              <a:cxn ang="0">
                <a:pos x="connsiteX0" y="connsiteY0"/>
              </a:cxn>
              <a:cxn ang="0">
                <a:pos x="connsiteX1" y="connsiteY1"/>
              </a:cxn>
              <a:cxn ang="0">
                <a:pos x="connsiteX2" y="connsiteY2"/>
              </a:cxn>
              <a:cxn ang="0">
                <a:pos x="connsiteX3" y="connsiteY3"/>
              </a:cxn>
            </a:cxnLst>
            <a:rect l="l" t="t" r="r" b="b"/>
            <a:pathLst>
              <a:path w="3907007" h="2280765">
                <a:moveTo>
                  <a:pt x="0" y="0"/>
                </a:moveTo>
                <a:lnTo>
                  <a:pt x="3907007" y="0"/>
                </a:lnTo>
                <a:lnTo>
                  <a:pt x="3907007" y="2280765"/>
                </a:lnTo>
                <a:lnTo>
                  <a:pt x="0" y="2280765"/>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24592366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5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5A43F4-DADF-479A-9206-EF956F77315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16397" y="1553318"/>
            <a:ext cx="7176678" cy="4333862"/>
          </a:xfrm>
          <a:prstGeom prst="rect">
            <a:avLst/>
          </a:prstGeom>
        </p:spPr>
      </p:pic>
      <p:sp>
        <p:nvSpPr>
          <p:cNvPr id="6" name="Freeform: Shape 5">
            <a:extLst>
              <a:ext uri="{FF2B5EF4-FFF2-40B4-BE49-F238E27FC236}">
                <a16:creationId xmlns:a16="http://schemas.microsoft.com/office/drawing/2014/main" id="{D9BC7E48-7E0E-439D-A0EA-E527A79BCB12}"/>
              </a:ext>
            </a:extLst>
          </p:cNvPr>
          <p:cNvSpPr>
            <a:spLocks noGrp="1"/>
          </p:cNvSpPr>
          <p:nvPr>
            <p:ph type="pic" sz="quarter" idx="10"/>
          </p:nvPr>
        </p:nvSpPr>
        <p:spPr>
          <a:xfrm>
            <a:off x="6891850" y="1761765"/>
            <a:ext cx="5300151" cy="3515678"/>
          </a:xfrm>
          <a:custGeom>
            <a:avLst/>
            <a:gdLst>
              <a:gd name="connsiteX0" fmla="*/ 0 w 5300151"/>
              <a:gd name="connsiteY0" fmla="*/ 0 h 3515678"/>
              <a:gd name="connsiteX1" fmla="*/ 5300151 w 5300151"/>
              <a:gd name="connsiteY1" fmla="*/ 0 h 3515678"/>
              <a:gd name="connsiteX2" fmla="*/ 5300151 w 5300151"/>
              <a:gd name="connsiteY2" fmla="*/ 3515678 h 3515678"/>
              <a:gd name="connsiteX3" fmla="*/ 0 w 5300151"/>
              <a:gd name="connsiteY3" fmla="*/ 3515678 h 3515678"/>
            </a:gdLst>
            <a:ahLst/>
            <a:cxnLst>
              <a:cxn ang="0">
                <a:pos x="connsiteX0" y="connsiteY0"/>
              </a:cxn>
              <a:cxn ang="0">
                <a:pos x="connsiteX1" y="connsiteY1"/>
              </a:cxn>
              <a:cxn ang="0">
                <a:pos x="connsiteX2" y="connsiteY2"/>
              </a:cxn>
              <a:cxn ang="0">
                <a:pos x="connsiteX3" y="connsiteY3"/>
              </a:cxn>
            </a:cxnLst>
            <a:rect l="l" t="t" r="r" b="b"/>
            <a:pathLst>
              <a:path w="5300151" h="3515678">
                <a:moveTo>
                  <a:pt x="0" y="0"/>
                </a:moveTo>
                <a:lnTo>
                  <a:pt x="5300151" y="0"/>
                </a:lnTo>
                <a:lnTo>
                  <a:pt x="5300151" y="3515678"/>
                </a:lnTo>
                <a:lnTo>
                  <a:pt x="0" y="3515678"/>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23361191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9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629FAD-083E-49C3-A36D-3696851C07A8}"/>
              </a:ext>
            </a:extLst>
          </p:cNvPr>
          <p:cNvSpPr/>
          <p:nvPr userDrawn="1"/>
        </p:nvSpPr>
        <p:spPr>
          <a:xfrm>
            <a:off x="3689684" y="3334753"/>
            <a:ext cx="8502316" cy="12432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Freeform: Shape 6">
            <a:extLst>
              <a:ext uri="{FF2B5EF4-FFF2-40B4-BE49-F238E27FC236}">
                <a16:creationId xmlns:a16="http://schemas.microsoft.com/office/drawing/2014/main" id="{B07C991B-7457-45CA-ACF8-E4BC8B1613CB}"/>
              </a:ext>
            </a:extLst>
          </p:cNvPr>
          <p:cNvSpPr>
            <a:spLocks noGrp="1"/>
          </p:cNvSpPr>
          <p:nvPr>
            <p:ph type="pic" sz="quarter" idx="10"/>
          </p:nvPr>
        </p:nvSpPr>
        <p:spPr>
          <a:xfrm>
            <a:off x="2688450" y="2396491"/>
            <a:ext cx="2000850" cy="2000850"/>
          </a:xfrm>
          <a:custGeom>
            <a:avLst/>
            <a:gdLst>
              <a:gd name="connsiteX0" fmla="*/ 1000425 w 2000850"/>
              <a:gd name="connsiteY0" fmla="*/ 0 h 2000850"/>
              <a:gd name="connsiteX1" fmla="*/ 2000850 w 2000850"/>
              <a:gd name="connsiteY1" fmla="*/ 1000425 h 2000850"/>
              <a:gd name="connsiteX2" fmla="*/ 1000425 w 2000850"/>
              <a:gd name="connsiteY2" fmla="*/ 2000850 h 2000850"/>
              <a:gd name="connsiteX3" fmla="*/ 0 w 2000850"/>
              <a:gd name="connsiteY3" fmla="*/ 1000425 h 2000850"/>
              <a:gd name="connsiteX4" fmla="*/ 1000425 w 2000850"/>
              <a:gd name="connsiteY4" fmla="*/ 0 h 2000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850" h="2000850">
                <a:moveTo>
                  <a:pt x="1000425" y="0"/>
                </a:moveTo>
                <a:cubicBezTo>
                  <a:pt x="1552944" y="0"/>
                  <a:pt x="2000850" y="447906"/>
                  <a:pt x="2000850" y="1000425"/>
                </a:cubicBezTo>
                <a:cubicBezTo>
                  <a:pt x="2000850" y="1552944"/>
                  <a:pt x="1552944" y="2000850"/>
                  <a:pt x="1000425" y="2000850"/>
                </a:cubicBezTo>
                <a:cubicBezTo>
                  <a:pt x="447906" y="2000850"/>
                  <a:pt x="0" y="1552944"/>
                  <a:pt x="0" y="1000425"/>
                </a:cubicBezTo>
                <a:cubicBezTo>
                  <a:pt x="0" y="447906"/>
                  <a:pt x="447906" y="0"/>
                  <a:pt x="1000425" y="0"/>
                </a:cubicBezTo>
                <a:close/>
              </a:path>
            </a:pathLst>
          </a:custGeom>
          <a:solidFill>
            <a:schemeClr val="bg1">
              <a:lumMod val="95000"/>
            </a:schemeClr>
          </a:solidFill>
        </p:spPr>
        <p:txBody>
          <a:bodyPr wrap="square">
            <a:noAutofit/>
          </a:bodyPr>
          <a:lstStyle>
            <a:lvl1pPr>
              <a:defRPr sz="1100"/>
            </a:lvl1pPr>
          </a:lstStyle>
          <a:p>
            <a:endParaRPr lang="en-ID"/>
          </a:p>
        </p:txBody>
      </p:sp>
      <p:sp>
        <p:nvSpPr>
          <p:cNvPr id="10" name="Freeform: Shape 9">
            <a:extLst>
              <a:ext uri="{FF2B5EF4-FFF2-40B4-BE49-F238E27FC236}">
                <a16:creationId xmlns:a16="http://schemas.microsoft.com/office/drawing/2014/main" id="{58F34E8D-CA46-4ACC-912F-DB68E589EF1A}"/>
              </a:ext>
            </a:extLst>
          </p:cNvPr>
          <p:cNvSpPr>
            <a:spLocks noGrp="1"/>
          </p:cNvSpPr>
          <p:nvPr>
            <p:ph type="pic" sz="quarter" idx="11"/>
          </p:nvPr>
        </p:nvSpPr>
        <p:spPr>
          <a:xfrm>
            <a:off x="7502701" y="2396491"/>
            <a:ext cx="2000850" cy="2000850"/>
          </a:xfrm>
          <a:custGeom>
            <a:avLst/>
            <a:gdLst>
              <a:gd name="connsiteX0" fmla="*/ 1000425 w 2000850"/>
              <a:gd name="connsiteY0" fmla="*/ 0 h 2000850"/>
              <a:gd name="connsiteX1" fmla="*/ 2000850 w 2000850"/>
              <a:gd name="connsiteY1" fmla="*/ 1000425 h 2000850"/>
              <a:gd name="connsiteX2" fmla="*/ 1000425 w 2000850"/>
              <a:gd name="connsiteY2" fmla="*/ 2000850 h 2000850"/>
              <a:gd name="connsiteX3" fmla="*/ 0 w 2000850"/>
              <a:gd name="connsiteY3" fmla="*/ 1000425 h 2000850"/>
              <a:gd name="connsiteX4" fmla="*/ 1000425 w 2000850"/>
              <a:gd name="connsiteY4" fmla="*/ 0 h 2000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850" h="2000850">
                <a:moveTo>
                  <a:pt x="1000425" y="0"/>
                </a:moveTo>
                <a:cubicBezTo>
                  <a:pt x="1552944" y="0"/>
                  <a:pt x="2000850" y="447906"/>
                  <a:pt x="2000850" y="1000425"/>
                </a:cubicBezTo>
                <a:cubicBezTo>
                  <a:pt x="2000850" y="1552944"/>
                  <a:pt x="1552944" y="2000850"/>
                  <a:pt x="1000425" y="2000850"/>
                </a:cubicBezTo>
                <a:cubicBezTo>
                  <a:pt x="447906" y="2000850"/>
                  <a:pt x="0" y="1552944"/>
                  <a:pt x="0" y="1000425"/>
                </a:cubicBezTo>
                <a:cubicBezTo>
                  <a:pt x="0" y="447906"/>
                  <a:pt x="447906" y="0"/>
                  <a:pt x="1000425" y="0"/>
                </a:cubicBez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3528463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0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478E38E-9E3D-4BC4-A13E-B76F517F9F69}"/>
              </a:ext>
            </a:extLst>
          </p:cNvPr>
          <p:cNvSpPr/>
          <p:nvPr userDrawn="1"/>
        </p:nvSpPr>
        <p:spPr>
          <a:xfrm>
            <a:off x="810" y="3364992"/>
            <a:ext cx="12191190" cy="12801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Freeform: Shape 1">
            <a:extLst>
              <a:ext uri="{FF2B5EF4-FFF2-40B4-BE49-F238E27FC236}">
                <a16:creationId xmlns:a16="http://schemas.microsoft.com/office/drawing/2014/main" id="{85599295-650D-41AC-BD68-73EB8B4677D0}"/>
              </a:ext>
            </a:extLst>
          </p:cNvPr>
          <p:cNvSpPr>
            <a:spLocks noGrp="1"/>
          </p:cNvSpPr>
          <p:nvPr>
            <p:ph type="pic" sz="quarter" idx="10"/>
          </p:nvPr>
        </p:nvSpPr>
        <p:spPr>
          <a:xfrm>
            <a:off x="2688450" y="2396491"/>
            <a:ext cx="2000850" cy="2000850"/>
          </a:xfrm>
          <a:custGeom>
            <a:avLst/>
            <a:gdLst>
              <a:gd name="connsiteX0" fmla="*/ 1000425 w 2000850"/>
              <a:gd name="connsiteY0" fmla="*/ 0 h 2000850"/>
              <a:gd name="connsiteX1" fmla="*/ 2000850 w 2000850"/>
              <a:gd name="connsiteY1" fmla="*/ 1000425 h 2000850"/>
              <a:gd name="connsiteX2" fmla="*/ 1000425 w 2000850"/>
              <a:gd name="connsiteY2" fmla="*/ 2000850 h 2000850"/>
              <a:gd name="connsiteX3" fmla="*/ 0 w 2000850"/>
              <a:gd name="connsiteY3" fmla="*/ 1000425 h 2000850"/>
              <a:gd name="connsiteX4" fmla="*/ 1000425 w 2000850"/>
              <a:gd name="connsiteY4" fmla="*/ 0 h 2000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850" h="2000850">
                <a:moveTo>
                  <a:pt x="1000425" y="0"/>
                </a:moveTo>
                <a:cubicBezTo>
                  <a:pt x="1552944" y="0"/>
                  <a:pt x="2000850" y="447906"/>
                  <a:pt x="2000850" y="1000425"/>
                </a:cubicBezTo>
                <a:cubicBezTo>
                  <a:pt x="2000850" y="1552944"/>
                  <a:pt x="1552944" y="2000850"/>
                  <a:pt x="1000425" y="2000850"/>
                </a:cubicBezTo>
                <a:cubicBezTo>
                  <a:pt x="447906" y="2000850"/>
                  <a:pt x="0" y="1552944"/>
                  <a:pt x="0" y="1000425"/>
                </a:cubicBezTo>
                <a:cubicBezTo>
                  <a:pt x="0" y="447906"/>
                  <a:pt x="447906" y="0"/>
                  <a:pt x="1000425" y="0"/>
                </a:cubicBezTo>
                <a:close/>
              </a:path>
            </a:pathLst>
          </a:custGeom>
          <a:solidFill>
            <a:schemeClr val="bg1">
              <a:lumMod val="95000"/>
            </a:schemeClr>
          </a:solidFill>
        </p:spPr>
        <p:txBody>
          <a:bodyPr wrap="square">
            <a:noAutofit/>
          </a:bodyPr>
          <a:lstStyle>
            <a:lvl1pPr>
              <a:defRPr sz="1100"/>
            </a:lvl1pPr>
          </a:lstStyle>
          <a:p>
            <a:endParaRPr lang="en-ID"/>
          </a:p>
        </p:txBody>
      </p:sp>
      <p:sp>
        <p:nvSpPr>
          <p:cNvPr id="3" name="Freeform: Shape 2">
            <a:extLst>
              <a:ext uri="{FF2B5EF4-FFF2-40B4-BE49-F238E27FC236}">
                <a16:creationId xmlns:a16="http://schemas.microsoft.com/office/drawing/2014/main" id="{263D1E6C-FC09-42F2-8E0C-6B36E51E6F5F}"/>
              </a:ext>
            </a:extLst>
          </p:cNvPr>
          <p:cNvSpPr>
            <a:spLocks noGrp="1"/>
          </p:cNvSpPr>
          <p:nvPr>
            <p:ph type="pic" sz="quarter" idx="11"/>
          </p:nvPr>
        </p:nvSpPr>
        <p:spPr>
          <a:xfrm>
            <a:off x="7502701" y="2396491"/>
            <a:ext cx="2000850" cy="2000850"/>
          </a:xfrm>
          <a:custGeom>
            <a:avLst/>
            <a:gdLst>
              <a:gd name="connsiteX0" fmla="*/ 1000425 w 2000850"/>
              <a:gd name="connsiteY0" fmla="*/ 0 h 2000850"/>
              <a:gd name="connsiteX1" fmla="*/ 2000850 w 2000850"/>
              <a:gd name="connsiteY1" fmla="*/ 1000425 h 2000850"/>
              <a:gd name="connsiteX2" fmla="*/ 1000425 w 2000850"/>
              <a:gd name="connsiteY2" fmla="*/ 2000850 h 2000850"/>
              <a:gd name="connsiteX3" fmla="*/ 0 w 2000850"/>
              <a:gd name="connsiteY3" fmla="*/ 1000425 h 2000850"/>
              <a:gd name="connsiteX4" fmla="*/ 1000425 w 2000850"/>
              <a:gd name="connsiteY4" fmla="*/ 0 h 2000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850" h="2000850">
                <a:moveTo>
                  <a:pt x="1000425" y="0"/>
                </a:moveTo>
                <a:cubicBezTo>
                  <a:pt x="1552944" y="0"/>
                  <a:pt x="2000850" y="447906"/>
                  <a:pt x="2000850" y="1000425"/>
                </a:cubicBezTo>
                <a:cubicBezTo>
                  <a:pt x="2000850" y="1552944"/>
                  <a:pt x="1552944" y="2000850"/>
                  <a:pt x="1000425" y="2000850"/>
                </a:cubicBezTo>
                <a:cubicBezTo>
                  <a:pt x="447906" y="2000850"/>
                  <a:pt x="0" y="1552944"/>
                  <a:pt x="0" y="1000425"/>
                </a:cubicBezTo>
                <a:cubicBezTo>
                  <a:pt x="0" y="447906"/>
                  <a:pt x="447906" y="0"/>
                  <a:pt x="1000425" y="0"/>
                </a:cubicBez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30942680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1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4AAD708-8E8F-475E-95D2-689A78176471}"/>
              </a:ext>
            </a:extLst>
          </p:cNvPr>
          <p:cNvSpPr/>
          <p:nvPr userDrawn="1"/>
        </p:nvSpPr>
        <p:spPr>
          <a:xfrm>
            <a:off x="0" y="3334753"/>
            <a:ext cx="8502316" cy="12432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Freeform: Shape 1">
            <a:extLst>
              <a:ext uri="{FF2B5EF4-FFF2-40B4-BE49-F238E27FC236}">
                <a16:creationId xmlns:a16="http://schemas.microsoft.com/office/drawing/2014/main" id="{ED4E3564-1FB2-41BC-BA45-570FFF3C55D4}"/>
              </a:ext>
            </a:extLst>
          </p:cNvPr>
          <p:cNvSpPr>
            <a:spLocks noGrp="1"/>
          </p:cNvSpPr>
          <p:nvPr>
            <p:ph type="pic" sz="quarter" idx="10"/>
          </p:nvPr>
        </p:nvSpPr>
        <p:spPr>
          <a:xfrm>
            <a:off x="2688450" y="2396491"/>
            <a:ext cx="2000850" cy="2000850"/>
          </a:xfrm>
          <a:custGeom>
            <a:avLst/>
            <a:gdLst>
              <a:gd name="connsiteX0" fmla="*/ 1000425 w 2000850"/>
              <a:gd name="connsiteY0" fmla="*/ 0 h 2000850"/>
              <a:gd name="connsiteX1" fmla="*/ 2000850 w 2000850"/>
              <a:gd name="connsiteY1" fmla="*/ 1000425 h 2000850"/>
              <a:gd name="connsiteX2" fmla="*/ 1000425 w 2000850"/>
              <a:gd name="connsiteY2" fmla="*/ 2000850 h 2000850"/>
              <a:gd name="connsiteX3" fmla="*/ 0 w 2000850"/>
              <a:gd name="connsiteY3" fmla="*/ 1000425 h 2000850"/>
              <a:gd name="connsiteX4" fmla="*/ 1000425 w 2000850"/>
              <a:gd name="connsiteY4" fmla="*/ 0 h 2000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850" h="2000850">
                <a:moveTo>
                  <a:pt x="1000425" y="0"/>
                </a:moveTo>
                <a:cubicBezTo>
                  <a:pt x="1552944" y="0"/>
                  <a:pt x="2000850" y="447906"/>
                  <a:pt x="2000850" y="1000425"/>
                </a:cubicBezTo>
                <a:cubicBezTo>
                  <a:pt x="2000850" y="1552944"/>
                  <a:pt x="1552944" y="2000850"/>
                  <a:pt x="1000425" y="2000850"/>
                </a:cubicBezTo>
                <a:cubicBezTo>
                  <a:pt x="447906" y="2000850"/>
                  <a:pt x="0" y="1552944"/>
                  <a:pt x="0" y="1000425"/>
                </a:cubicBezTo>
                <a:cubicBezTo>
                  <a:pt x="0" y="447906"/>
                  <a:pt x="447906" y="0"/>
                  <a:pt x="1000425" y="0"/>
                </a:cubicBezTo>
                <a:close/>
              </a:path>
            </a:pathLst>
          </a:custGeom>
          <a:solidFill>
            <a:schemeClr val="bg1">
              <a:lumMod val="95000"/>
            </a:schemeClr>
          </a:solidFill>
        </p:spPr>
        <p:txBody>
          <a:bodyPr wrap="square">
            <a:noAutofit/>
          </a:bodyPr>
          <a:lstStyle>
            <a:lvl1pPr>
              <a:defRPr sz="1100"/>
            </a:lvl1pPr>
          </a:lstStyle>
          <a:p>
            <a:endParaRPr lang="en-ID"/>
          </a:p>
        </p:txBody>
      </p:sp>
      <p:sp>
        <p:nvSpPr>
          <p:cNvPr id="3" name="Freeform: Shape 2">
            <a:extLst>
              <a:ext uri="{FF2B5EF4-FFF2-40B4-BE49-F238E27FC236}">
                <a16:creationId xmlns:a16="http://schemas.microsoft.com/office/drawing/2014/main" id="{E6989D89-6B50-4A25-9B0D-4C2C61BA5E74}"/>
              </a:ext>
            </a:extLst>
          </p:cNvPr>
          <p:cNvSpPr>
            <a:spLocks noGrp="1"/>
          </p:cNvSpPr>
          <p:nvPr>
            <p:ph type="pic" sz="quarter" idx="11"/>
          </p:nvPr>
        </p:nvSpPr>
        <p:spPr>
          <a:xfrm>
            <a:off x="7502701" y="2396491"/>
            <a:ext cx="2000850" cy="2000850"/>
          </a:xfrm>
          <a:custGeom>
            <a:avLst/>
            <a:gdLst>
              <a:gd name="connsiteX0" fmla="*/ 1000425 w 2000850"/>
              <a:gd name="connsiteY0" fmla="*/ 0 h 2000850"/>
              <a:gd name="connsiteX1" fmla="*/ 2000850 w 2000850"/>
              <a:gd name="connsiteY1" fmla="*/ 1000425 h 2000850"/>
              <a:gd name="connsiteX2" fmla="*/ 1000425 w 2000850"/>
              <a:gd name="connsiteY2" fmla="*/ 2000850 h 2000850"/>
              <a:gd name="connsiteX3" fmla="*/ 0 w 2000850"/>
              <a:gd name="connsiteY3" fmla="*/ 1000425 h 2000850"/>
              <a:gd name="connsiteX4" fmla="*/ 1000425 w 2000850"/>
              <a:gd name="connsiteY4" fmla="*/ 0 h 2000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850" h="2000850">
                <a:moveTo>
                  <a:pt x="1000425" y="0"/>
                </a:moveTo>
                <a:cubicBezTo>
                  <a:pt x="1552944" y="0"/>
                  <a:pt x="2000850" y="447906"/>
                  <a:pt x="2000850" y="1000425"/>
                </a:cubicBezTo>
                <a:cubicBezTo>
                  <a:pt x="2000850" y="1552944"/>
                  <a:pt x="1552944" y="2000850"/>
                  <a:pt x="1000425" y="2000850"/>
                </a:cubicBezTo>
                <a:cubicBezTo>
                  <a:pt x="447906" y="2000850"/>
                  <a:pt x="0" y="1552944"/>
                  <a:pt x="0" y="1000425"/>
                </a:cubicBezTo>
                <a:cubicBezTo>
                  <a:pt x="0" y="447906"/>
                  <a:pt x="447906" y="0"/>
                  <a:pt x="1000425" y="0"/>
                </a:cubicBez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25802459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3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326344D3-9DB1-4A5C-A69F-3EEEB2293E18}"/>
              </a:ext>
            </a:extLst>
          </p:cNvPr>
          <p:cNvSpPr/>
          <p:nvPr userDrawn="1"/>
        </p:nvSpPr>
        <p:spPr>
          <a:xfrm>
            <a:off x="6376618" y="866774"/>
            <a:ext cx="3797334" cy="5124452"/>
          </a:xfrm>
          <a:custGeom>
            <a:avLst/>
            <a:gdLst>
              <a:gd name="connsiteX0" fmla="*/ 725708 w 3797334"/>
              <a:gd name="connsiteY0" fmla="*/ 0 h 5124452"/>
              <a:gd name="connsiteX1" fmla="*/ 3797334 w 3797334"/>
              <a:gd name="connsiteY1" fmla="*/ 0 h 5124452"/>
              <a:gd name="connsiteX2" fmla="*/ 3071626 w 3797334"/>
              <a:gd name="connsiteY2" fmla="*/ 5124452 h 5124452"/>
              <a:gd name="connsiteX3" fmla="*/ 0 w 3797334"/>
              <a:gd name="connsiteY3" fmla="*/ 5124452 h 5124452"/>
            </a:gdLst>
            <a:ahLst/>
            <a:cxnLst>
              <a:cxn ang="0">
                <a:pos x="connsiteX0" y="connsiteY0"/>
              </a:cxn>
              <a:cxn ang="0">
                <a:pos x="connsiteX1" y="connsiteY1"/>
              </a:cxn>
              <a:cxn ang="0">
                <a:pos x="connsiteX2" y="connsiteY2"/>
              </a:cxn>
              <a:cxn ang="0">
                <a:pos x="connsiteX3" y="connsiteY3"/>
              </a:cxn>
            </a:cxnLst>
            <a:rect l="l" t="t" r="r" b="b"/>
            <a:pathLst>
              <a:path w="3797334" h="5124452">
                <a:moveTo>
                  <a:pt x="725708" y="0"/>
                </a:moveTo>
                <a:lnTo>
                  <a:pt x="3797334" y="0"/>
                </a:lnTo>
                <a:lnTo>
                  <a:pt x="3071626" y="5124452"/>
                </a:lnTo>
                <a:lnTo>
                  <a:pt x="0" y="512445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6" name="Freeform: Shape 5">
            <a:extLst>
              <a:ext uri="{FF2B5EF4-FFF2-40B4-BE49-F238E27FC236}">
                <a16:creationId xmlns:a16="http://schemas.microsoft.com/office/drawing/2014/main" id="{EAB32B1B-88A0-4CD6-AD31-3F1CAF5E33BA}"/>
              </a:ext>
            </a:extLst>
          </p:cNvPr>
          <p:cNvSpPr>
            <a:spLocks noGrp="1"/>
          </p:cNvSpPr>
          <p:nvPr>
            <p:ph type="pic" sz="quarter" idx="10"/>
          </p:nvPr>
        </p:nvSpPr>
        <p:spPr>
          <a:xfrm>
            <a:off x="6626023" y="866774"/>
            <a:ext cx="3797334" cy="5124452"/>
          </a:xfrm>
          <a:custGeom>
            <a:avLst/>
            <a:gdLst>
              <a:gd name="connsiteX0" fmla="*/ 725708 w 3797334"/>
              <a:gd name="connsiteY0" fmla="*/ 0 h 5124452"/>
              <a:gd name="connsiteX1" fmla="*/ 3797334 w 3797334"/>
              <a:gd name="connsiteY1" fmla="*/ 0 h 5124452"/>
              <a:gd name="connsiteX2" fmla="*/ 3071626 w 3797334"/>
              <a:gd name="connsiteY2" fmla="*/ 5124452 h 5124452"/>
              <a:gd name="connsiteX3" fmla="*/ 0 w 3797334"/>
              <a:gd name="connsiteY3" fmla="*/ 5124452 h 5124452"/>
            </a:gdLst>
            <a:ahLst/>
            <a:cxnLst>
              <a:cxn ang="0">
                <a:pos x="connsiteX0" y="connsiteY0"/>
              </a:cxn>
              <a:cxn ang="0">
                <a:pos x="connsiteX1" y="connsiteY1"/>
              </a:cxn>
              <a:cxn ang="0">
                <a:pos x="connsiteX2" y="connsiteY2"/>
              </a:cxn>
              <a:cxn ang="0">
                <a:pos x="connsiteX3" y="connsiteY3"/>
              </a:cxn>
            </a:cxnLst>
            <a:rect l="l" t="t" r="r" b="b"/>
            <a:pathLst>
              <a:path w="3797334" h="5124452">
                <a:moveTo>
                  <a:pt x="725708" y="0"/>
                </a:moveTo>
                <a:lnTo>
                  <a:pt x="3797334" y="0"/>
                </a:lnTo>
                <a:lnTo>
                  <a:pt x="3071626" y="5124452"/>
                </a:lnTo>
                <a:lnTo>
                  <a:pt x="0" y="5124452"/>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27661917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4_Title Slide">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DA4EFAF-DADC-4228-90EA-8769743D4F63}"/>
              </a:ext>
            </a:extLst>
          </p:cNvPr>
          <p:cNvSpPr/>
          <p:nvPr/>
        </p:nvSpPr>
        <p:spPr>
          <a:xfrm flipH="1" flipV="1">
            <a:off x="5425441" y="-1"/>
            <a:ext cx="6458537" cy="6857999"/>
          </a:xfrm>
          <a:custGeom>
            <a:avLst/>
            <a:gdLst>
              <a:gd name="connsiteX0" fmla="*/ 1035290 w 5213684"/>
              <a:gd name="connsiteY0" fmla="*/ 0 h 6857999"/>
              <a:gd name="connsiteX1" fmla="*/ 5213684 w 5213684"/>
              <a:gd name="connsiteY1" fmla="*/ 0 h 6857999"/>
              <a:gd name="connsiteX2" fmla="*/ 3611672 w 5213684"/>
              <a:gd name="connsiteY2" fmla="*/ 6857999 h 6857999"/>
              <a:gd name="connsiteX3" fmla="*/ 0 w 5213684"/>
              <a:gd name="connsiteY3" fmla="*/ 6857999 h 6857999"/>
              <a:gd name="connsiteX4" fmla="*/ 0 w 5213684"/>
              <a:gd name="connsiteY4" fmla="*/ 4431937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684" h="6857999">
                <a:moveTo>
                  <a:pt x="1035290" y="0"/>
                </a:moveTo>
                <a:lnTo>
                  <a:pt x="5213684" y="0"/>
                </a:lnTo>
                <a:lnTo>
                  <a:pt x="3611672" y="6857999"/>
                </a:lnTo>
                <a:lnTo>
                  <a:pt x="0" y="6857999"/>
                </a:lnTo>
                <a:lnTo>
                  <a:pt x="0" y="443193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7" name="Freeform: Shape 6">
            <a:extLst>
              <a:ext uri="{FF2B5EF4-FFF2-40B4-BE49-F238E27FC236}">
                <a16:creationId xmlns:a16="http://schemas.microsoft.com/office/drawing/2014/main" id="{1A13B770-B00F-43C9-A0D5-50D09508BF96}"/>
              </a:ext>
            </a:extLst>
          </p:cNvPr>
          <p:cNvSpPr>
            <a:spLocks noGrp="1"/>
          </p:cNvSpPr>
          <p:nvPr>
            <p:ph type="pic" sz="quarter" idx="10"/>
          </p:nvPr>
        </p:nvSpPr>
        <p:spPr>
          <a:xfrm>
            <a:off x="5733462" y="-1"/>
            <a:ext cx="6458537" cy="6857999"/>
          </a:xfrm>
          <a:custGeom>
            <a:avLst/>
            <a:gdLst>
              <a:gd name="connsiteX0" fmla="*/ 1984519 w 6458537"/>
              <a:gd name="connsiteY0" fmla="*/ 0 h 6857999"/>
              <a:gd name="connsiteX1" fmla="*/ 6458537 w 6458537"/>
              <a:gd name="connsiteY1" fmla="*/ 0 h 6857999"/>
              <a:gd name="connsiteX2" fmla="*/ 6458537 w 6458537"/>
              <a:gd name="connsiteY2" fmla="*/ 2426062 h 6857999"/>
              <a:gd name="connsiteX3" fmla="*/ 5176054 w 6458537"/>
              <a:gd name="connsiteY3" fmla="*/ 6857999 h 6857999"/>
              <a:gd name="connsiteX4" fmla="*/ 0 w 6458537"/>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8537" h="6857999">
                <a:moveTo>
                  <a:pt x="1984519" y="0"/>
                </a:moveTo>
                <a:lnTo>
                  <a:pt x="6458537" y="0"/>
                </a:lnTo>
                <a:lnTo>
                  <a:pt x="6458537" y="2426062"/>
                </a:lnTo>
                <a:lnTo>
                  <a:pt x="5176054" y="6857999"/>
                </a:lnTo>
                <a:lnTo>
                  <a:pt x="0" y="6857999"/>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14360716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9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D832C39-5F32-4059-B8F0-5652763CF956}"/>
              </a:ext>
            </a:extLst>
          </p:cNvPr>
          <p:cNvSpPr/>
          <p:nvPr userDrawn="1"/>
        </p:nvSpPr>
        <p:spPr>
          <a:xfrm>
            <a:off x="2455812" y="3906866"/>
            <a:ext cx="3209357" cy="2951134"/>
          </a:xfrm>
          <a:custGeom>
            <a:avLst/>
            <a:gdLst>
              <a:gd name="connsiteX0" fmla="*/ 1210613 w 3209357"/>
              <a:gd name="connsiteY0" fmla="*/ 0 h 2951134"/>
              <a:gd name="connsiteX1" fmla="*/ 3209357 w 3209357"/>
              <a:gd name="connsiteY1" fmla="*/ 0 h 2951134"/>
              <a:gd name="connsiteX2" fmla="*/ 1998743 w 3209357"/>
              <a:gd name="connsiteY2" fmla="*/ 2951134 h 2951134"/>
              <a:gd name="connsiteX3" fmla="*/ 0 w 3209357"/>
              <a:gd name="connsiteY3" fmla="*/ 2951134 h 2951134"/>
            </a:gdLst>
            <a:ahLst/>
            <a:cxnLst>
              <a:cxn ang="0">
                <a:pos x="connsiteX0" y="connsiteY0"/>
              </a:cxn>
              <a:cxn ang="0">
                <a:pos x="connsiteX1" y="connsiteY1"/>
              </a:cxn>
              <a:cxn ang="0">
                <a:pos x="connsiteX2" y="connsiteY2"/>
              </a:cxn>
              <a:cxn ang="0">
                <a:pos x="connsiteX3" y="connsiteY3"/>
              </a:cxn>
            </a:cxnLst>
            <a:rect l="l" t="t" r="r" b="b"/>
            <a:pathLst>
              <a:path w="3209357" h="2951134">
                <a:moveTo>
                  <a:pt x="1210613" y="0"/>
                </a:moveTo>
                <a:lnTo>
                  <a:pt x="3209357" y="0"/>
                </a:lnTo>
                <a:lnTo>
                  <a:pt x="1998743" y="2951134"/>
                </a:lnTo>
                <a:lnTo>
                  <a:pt x="0" y="2951134"/>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3" name="Freeform: Shape 2">
            <a:extLst>
              <a:ext uri="{FF2B5EF4-FFF2-40B4-BE49-F238E27FC236}">
                <a16:creationId xmlns:a16="http://schemas.microsoft.com/office/drawing/2014/main" id="{3B271F9A-9043-4932-A2D9-AAAF70F210BF}"/>
              </a:ext>
            </a:extLst>
          </p:cNvPr>
          <p:cNvSpPr/>
          <p:nvPr userDrawn="1"/>
        </p:nvSpPr>
        <p:spPr>
          <a:xfrm>
            <a:off x="0" y="0"/>
            <a:ext cx="3224672" cy="3429000"/>
          </a:xfrm>
          <a:custGeom>
            <a:avLst/>
            <a:gdLst>
              <a:gd name="connsiteX0" fmla="*/ 1004630 w 3224672"/>
              <a:gd name="connsiteY0" fmla="*/ 0 h 3429000"/>
              <a:gd name="connsiteX1" fmla="*/ 3224672 w 3224672"/>
              <a:gd name="connsiteY1" fmla="*/ 0 h 3429000"/>
              <a:gd name="connsiteX2" fmla="*/ 1818028 w 3224672"/>
              <a:gd name="connsiteY2" fmla="*/ 3429000 h 3429000"/>
              <a:gd name="connsiteX3" fmla="*/ 0 w 3224672"/>
              <a:gd name="connsiteY3" fmla="*/ 3429000 h 3429000"/>
              <a:gd name="connsiteX4" fmla="*/ 0 w 3224672"/>
              <a:gd name="connsiteY4" fmla="*/ 2449004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4672" h="3429000">
                <a:moveTo>
                  <a:pt x="1004630" y="0"/>
                </a:moveTo>
                <a:lnTo>
                  <a:pt x="3224672" y="0"/>
                </a:lnTo>
                <a:lnTo>
                  <a:pt x="1818028" y="3429000"/>
                </a:lnTo>
                <a:lnTo>
                  <a:pt x="0" y="3429000"/>
                </a:lnTo>
                <a:lnTo>
                  <a:pt x="0" y="2449004"/>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7" name="Freeform: Shape 6">
            <a:extLst>
              <a:ext uri="{FF2B5EF4-FFF2-40B4-BE49-F238E27FC236}">
                <a16:creationId xmlns:a16="http://schemas.microsoft.com/office/drawing/2014/main" id="{918FA63B-C271-4324-9275-7A8E6FF9FC2B}"/>
              </a:ext>
            </a:extLst>
          </p:cNvPr>
          <p:cNvSpPr>
            <a:spLocks noGrp="1"/>
          </p:cNvSpPr>
          <p:nvPr>
            <p:ph type="pic" sz="quarter" idx="10"/>
          </p:nvPr>
        </p:nvSpPr>
        <p:spPr>
          <a:xfrm>
            <a:off x="-1" y="692205"/>
            <a:ext cx="6096000" cy="6165795"/>
          </a:xfrm>
          <a:custGeom>
            <a:avLst/>
            <a:gdLst>
              <a:gd name="connsiteX0" fmla="*/ 1630974 w 6096000"/>
              <a:gd name="connsiteY0" fmla="*/ 0 h 6165795"/>
              <a:gd name="connsiteX1" fmla="*/ 6096000 w 6096000"/>
              <a:gd name="connsiteY1" fmla="*/ 0 h 6165795"/>
              <a:gd name="connsiteX2" fmla="*/ 3566668 w 6096000"/>
              <a:gd name="connsiteY2" fmla="*/ 6165795 h 6165795"/>
              <a:gd name="connsiteX3" fmla="*/ 0 w 6096000"/>
              <a:gd name="connsiteY3" fmla="*/ 6165795 h 6165795"/>
              <a:gd name="connsiteX4" fmla="*/ 0 w 6096000"/>
              <a:gd name="connsiteY4" fmla="*/ 3975853 h 6165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165795">
                <a:moveTo>
                  <a:pt x="1630974" y="0"/>
                </a:moveTo>
                <a:lnTo>
                  <a:pt x="6096000" y="0"/>
                </a:lnTo>
                <a:lnTo>
                  <a:pt x="3566668" y="6165795"/>
                </a:lnTo>
                <a:lnTo>
                  <a:pt x="0" y="6165795"/>
                </a:lnTo>
                <a:lnTo>
                  <a:pt x="0" y="3975853"/>
                </a:lnTo>
                <a:close/>
              </a:path>
            </a:pathLst>
          </a:custGeom>
          <a:solidFill>
            <a:schemeClr val="bg1">
              <a:lumMod val="95000"/>
            </a:schemeClr>
          </a:solidFill>
        </p:spPr>
        <p:txBody>
          <a:bodyPr wrap="square">
            <a:noAutofit/>
          </a:bodyPr>
          <a:lstStyle>
            <a:lvl1pPr>
              <a:defRPr sz="1100"/>
            </a:lvl1pPr>
          </a:lstStyle>
          <a:p>
            <a:endParaRPr lang="en-ID"/>
          </a:p>
        </p:txBody>
      </p:sp>
    </p:spTree>
    <p:extLst>
      <p:ext uri="{BB962C8B-B14F-4D97-AF65-F5344CB8AC3E}">
        <p14:creationId xmlns:p14="http://schemas.microsoft.com/office/powerpoint/2010/main" val="9804577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92667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7733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86" r:id="rId22"/>
    <p:sldLayoutId id="2147483670" r:id="rId23"/>
    <p:sldLayoutId id="2147483671" r:id="rId24"/>
    <p:sldLayoutId id="2147483672" r:id="rId25"/>
    <p:sldLayoutId id="2147483673" r:id="rId26"/>
    <p:sldLayoutId id="2147483674" r:id="rId27"/>
    <p:sldLayoutId id="2147483678" r:id="rId28"/>
    <p:sldLayoutId id="2147483679" r:id="rId29"/>
    <p:sldLayoutId id="2147483680" r:id="rId30"/>
    <p:sldLayoutId id="2147483682" r:id="rId31"/>
    <p:sldLayoutId id="2147483683" r:id="rId32"/>
    <p:sldLayoutId id="2147483688" r:id="rId33"/>
    <p:sldLayoutId id="2147483685" r:id="rId3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78750CA-137E-42F4-9D7E-05207DDB40F2}"/>
              </a:ext>
            </a:extLst>
          </p:cNvPr>
          <p:cNvSpPr/>
          <p:nvPr/>
        </p:nvSpPr>
        <p:spPr>
          <a:xfrm>
            <a:off x="8005011" y="2026036"/>
            <a:ext cx="2532246" cy="1252374"/>
          </a:xfrm>
          <a:prstGeom prst="rect">
            <a:avLst/>
          </a:prstGeom>
          <a:solidFill>
            <a:schemeClr val="accent4">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Rectangle 4">
            <a:extLst>
              <a:ext uri="{FF2B5EF4-FFF2-40B4-BE49-F238E27FC236}">
                <a16:creationId xmlns:a16="http://schemas.microsoft.com/office/drawing/2014/main" id="{B6BD264B-3B8C-4BD4-AAB2-5A8CA4976116}"/>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TextBox 5">
            <a:extLst>
              <a:ext uri="{FF2B5EF4-FFF2-40B4-BE49-F238E27FC236}">
                <a16:creationId xmlns:a16="http://schemas.microsoft.com/office/drawing/2014/main" id="{AE178BD0-3738-40B6-8D34-C25838DE07F7}"/>
              </a:ext>
            </a:extLst>
          </p:cNvPr>
          <p:cNvSpPr txBox="1"/>
          <p:nvPr/>
        </p:nvSpPr>
        <p:spPr>
          <a:xfrm>
            <a:off x="10649551" y="5578639"/>
            <a:ext cx="1108353"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1</a:t>
            </a:fld>
            <a:endParaRPr lang="en-ID" sz="4400" dirty="0">
              <a:solidFill>
                <a:schemeClr val="bg1">
                  <a:lumMod val="95000"/>
                </a:schemeClr>
              </a:solidFill>
            </a:endParaRPr>
          </a:p>
        </p:txBody>
      </p:sp>
      <p:sp>
        <p:nvSpPr>
          <p:cNvPr id="23" name="TextBox 22">
            <a:extLst>
              <a:ext uri="{FF2B5EF4-FFF2-40B4-BE49-F238E27FC236}">
                <a16:creationId xmlns:a16="http://schemas.microsoft.com/office/drawing/2014/main" id="{07055A3A-0695-46CB-A1C8-0ED252611B28}"/>
              </a:ext>
            </a:extLst>
          </p:cNvPr>
          <p:cNvSpPr txBox="1"/>
          <p:nvPr/>
        </p:nvSpPr>
        <p:spPr>
          <a:xfrm>
            <a:off x="5983706" y="2026036"/>
            <a:ext cx="4684296" cy="1323439"/>
          </a:xfrm>
          <a:prstGeom prst="rect">
            <a:avLst/>
          </a:prstGeom>
          <a:noFill/>
        </p:spPr>
        <p:txBody>
          <a:bodyPr wrap="square">
            <a:spAutoFit/>
          </a:bodyPr>
          <a:lstStyle/>
          <a:p>
            <a:pPr marL="0" marR="0">
              <a:spcBef>
                <a:spcPts val="0"/>
              </a:spcBef>
              <a:spcAft>
                <a:spcPts val="800"/>
              </a:spcAft>
            </a:pPr>
            <a:r>
              <a:rPr lang="en-US" sz="8000" dirty="0" err="1">
                <a:solidFill>
                  <a:schemeClr val="tx1">
                    <a:lumMod val="75000"/>
                    <a:lumOff val="25000"/>
                  </a:schemeClr>
                </a:solidFill>
                <a:effectLst/>
                <a:latin typeface="+mj-lt"/>
                <a:ea typeface="Calibri" panose="020F0502020204030204" pitchFamily="34" charset="0"/>
                <a:cs typeface="Times New Roman" panose="02020603050405020304" pitchFamily="18" charset="0"/>
              </a:rPr>
              <a:t>Cinamo</a:t>
            </a:r>
            <a:endParaRPr lang="id-ID" sz="80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C3FF46E7-3675-43BB-9D68-043A46055099}"/>
              </a:ext>
            </a:extLst>
          </p:cNvPr>
          <p:cNvSpPr txBox="1"/>
          <p:nvPr/>
        </p:nvSpPr>
        <p:spPr>
          <a:xfrm>
            <a:off x="6034807" y="3301349"/>
            <a:ext cx="3478162" cy="461665"/>
          </a:xfrm>
          <a:prstGeom prst="rect">
            <a:avLst/>
          </a:prstGeom>
          <a:noFill/>
        </p:spPr>
        <p:txBody>
          <a:bodyPr wrap="square">
            <a:spAutoFit/>
          </a:bodyPr>
          <a:lstStyle/>
          <a:p>
            <a:pPr marL="0" marR="0" algn="just">
              <a:lnSpc>
                <a:spcPct val="150000"/>
              </a:lnSpc>
              <a:spcBef>
                <a:spcPts val="1800"/>
              </a:spcBef>
              <a:spcAft>
                <a:spcPts val="1800"/>
              </a:spcAft>
            </a:pPr>
            <a:r>
              <a:rPr lang="en-US" dirty="0">
                <a:solidFill>
                  <a:schemeClr val="tx1">
                    <a:lumMod val="65000"/>
                    <a:lumOff val="35000"/>
                  </a:schemeClr>
                </a:solidFill>
                <a:ea typeface="Times New Roman" panose="02020603050405020304" pitchFamily="18" charset="0"/>
              </a:rPr>
              <a:t>Creative Agency Presentation</a:t>
            </a:r>
            <a:endParaRPr lang="id-ID" dirty="0">
              <a:solidFill>
                <a:schemeClr val="tx1">
                  <a:lumMod val="65000"/>
                  <a:lumOff val="35000"/>
                </a:schemeClr>
              </a:solidFill>
              <a:effectLst/>
              <a:ea typeface="Times New Roman" panose="02020603050405020304" pitchFamily="18" charset="0"/>
            </a:endParaRPr>
          </a:p>
        </p:txBody>
      </p:sp>
      <p:sp>
        <p:nvSpPr>
          <p:cNvPr id="27" name="Rectangle 26">
            <a:extLst>
              <a:ext uri="{FF2B5EF4-FFF2-40B4-BE49-F238E27FC236}">
                <a16:creationId xmlns:a16="http://schemas.microsoft.com/office/drawing/2014/main" id="{FF3C2ED4-67A4-483D-AF42-E47FD28873A0}"/>
              </a:ext>
            </a:extLst>
          </p:cNvPr>
          <p:cNvSpPr/>
          <p:nvPr/>
        </p:nvSpPr>
        <p:spPr>
          <a:xfrm>
            <a:off x="9280760" y="3557447"/>
            <a:ext cx="640080"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TextBox 27">
            <a:extLst>
              <a:ext uri="{FF2B5EF4-FFF2-40B4-BE49-F238E27FC236}">
                <a16:creationId xmlns:a16="http://schemas.microsoft.com/office/drawing/2014/main" id="{BB5D4464-1B38-4146-BF4F-4A1CB4037462}"/>
              </a:ext>
            </a:extLst>
          </p:cNvPr>
          <p:cNvSpPr txBox="1"/>
          <p:nvPr/>
        </p:nvSpPr>
        <p:spPr>
          <a:xfrm>
            <a:off x="6034807" y="4452930"/>
            <a:ext cx="4684296" cy="825867"/>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viverra tellus in hac habitasse platea dictumst. Rutrum tellus</a:t>
            </a:r>
          </a:p>
        </p:txBody>
      </p:sp>
      <p:sp>
        <p:nvSpPr>
          <p:cNvPr id="29" name="Picture Placeholder 28">
            <a:extLst>
              <a:ext uri="{FF2B5EF4-FFF2-40B4-BE49-F238E27FC236}">
                <a16:creationId xmlns:a16="http://schemas.microsoft.com/office/drawing/2014/main" id="{D2C6FD56-2216-489B-BD16-D61232459045}"/>
              </a:ext>
            </a:extLst>
          </p:cNvPr>
          <p:cNvSpPr>
            <a:spLocks noGrp="1"/>
          </p:cNvSpPr>
          <p:nvPr>
            <p:ph type="pic" sz="quarter" idx="10"/>
          </p:nvPr>
        </p:nvSpPr>
        <p:spPr/>
      </p:sp>
    </p:spTree>
    <p:extLst>
      <p:ext uri="{BB962C8B-B14F-4D97-AF65-F5344CB8AC3E}">
        <p14:creationId xmlns:p14="http://schemas.microsoft.com/office/powerpoint/2010/main" val="1519047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8520671-FCD5-458C-BC08-FB9C390EFBF6}"/>
              </a:ext>
            </a:extLst>
          </p:cNvPr>
          <p:cNvSpPr txBox="1"/>
          <p:nvPr/>
        </p:nvSpPr>
        <p:spPr>
          <a:xfrm>
            <a:off x="1405055" y="1352265"/>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a:t>
            </a:r>
            <a:r>
              <a:rPr lang="en-US" sz="3200" dirty="0" err="1">
                <a:solidFill>
                  <a:schemeClr val="tx1">
                    <a:lumMod val="75000"/>
                    <a:lumOff val="25000"/>
                  </a:schemeClr>
                </a:solidFill>
                <a:effectLst/>
                <a:latin typeface="+mj-lt"/>
                <a:ea typeface="Calibri" panose="020F0502020204030204" pitchFamily="34" charset="0"/>
                <a:cs typeface="Times New Roman" panose="02020603050405020304" pitchFamily="18" charset="0"/>
              </a:rPr>
              <a:t>Cinamo</a:t>
            </a: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 </a:t>
            </a:r>
            <a:r>
              <a:rPr lang="en-US" sz="3200" dirty="0">
                <a:solidFill>
                  <a:schemeClr val="accent4"/>
                </a:solidFill>
                <a:effectLst/>
                <a:latin typeface="+mj-lt"/>
                <a:ea typeface="Calibri" panose="020F0502020204030204" pitchFamily="34" charset="0"/>
                <a:cs typeface="Times New Roman" panose="02020603050405020304" pitchFamily="18" charset="0"/>
              </a:rPr>
              <a:t>Creative Agency</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F9AF3EE5-E0B3-4DBA-96CA-C3C8368FEA7C}"/>
              </a:ext>
            </a:extLst>
          </p:cNvPr>
          <p:cNvSpPr txBox="1"/>
          <p:nvPr/>
        </p:nvSpPr>
        <p:spPr>
          <a:xfrm>
            <a:off x="1437138" y="3549802"/>
            <a:ext cx="469094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 odio temporol</a:t>
            </a:r>
          </a:p>
        </p:txBody>
      </p:sp>
      <p:sp>
        <p:nvSpPr>
          <p:cNvPr id="15" name="TextBox 14">
            <a:extLst>
              <a:ext uri="{FF2B5EF4-FFF2-40B4-BE49-F238E27FC236}">
                <a16:creationId xmlns:a16="http://schemas.microsoft.com/office/drawing/2014/main" id="{5849563C-5E8D-4354-A223-C11D6A607696}"/>
              </a:ext>
            </a:extLst>
          </p:cNvPr>
          <p:cNvSpPr txBox="1"/>
          <p:nvPr/>
        </p:nvSpPr>
        <p:spPr>
          <a:xfrm>
            <a:off x="1437138" y="2939801"/>
            <a:ext cx="3058662"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Description Here</a:t>
            </a:r>
            <a:endParaRPr lang="id-ID" sz="1600" b="1" dirty="0">
              <a:solidFill>
                <a:schemeClr val="tx1">
                  <a:lumMod val="65000"/>
                  <a:lumOff val="35000"/>
                </a:schemeClr>
              </a:solidFill>
              <a:effectLst/>
              <a:ea typeface="Times New Roman" panose="02020603050405020304" pitchFamily="18" charset="0"/>
            </a:endParaRPr>
          </a:p>
        </p:txBody>
      </p:sp>
      <p:sp>
        <p:nvSpPr>
          <p:cNvPr id="16" name="TextBox 15">
            <a:extLst>
              <a:ext uri="{FF2B5EF4-FFF2-40B4-BE49-F238E27FC236}">
                <a16:creationId xmlns:a16="http://schemas.microsoft.com/office/drawing/2014/main" id="{5397182F-3F5E-4E24-AE8E-46B14609D5CE}"/>
              </a:ext>
            </a:extLst>
          </p:cNvPr>
          <p:cNvSpPr txBox="1"/>
          <p:nvPr/>
        </p:nvSpPr>
        <p:spPr>
          <a:xfrm>
            <a:off x="1437138" y="3246129"/>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17" name="TextBox 16">
            <a:extLst>
              <a:ext uri="{FF2B5EF4-FFF2-40B4-BE49-F238E27FC236}">
                <a16:creationId xmlns:a16="http://schemas.microsoft.com/office/drawing/2014/main" id="{80070411-1547-4AFA-8049-8AA413E96913}"/>
              </a:ext>
            </a:extLst>
          </p:cNvPr>
          <p:cNvSpPr txBox="1"/>
          <p:nvPr/>
        </p:nvSpPr>
        <p:spPr>
          <a:xfrm>
            <a:off x="1437138" y="4918184"/>
            <a:ext cx="469094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 odio temporol</a:t>
            </a:r>
          </a:p>
        </p:txBody>
      </p:sp>
      <p:sp>
        <p:nvSpPr>
          <p:cNvPr id="18" name="TextBox 17">
            <a:extLst>
              <a:ext uri="{FF2B5EF4-FFF2-40B4-BE49-F238E27FC236}">
                <a16:creationId xmlns:a16="http://schemas.microsoft.com/office/drawing/2014/main" id="{BFCBA6B8-B9B1-4583-893C-BF9D86713373}"/>
              </a:ext>
            </a:extLst>
          </p:cNvPr>
          <p:cNvSpPr txBox="1"/>
          <p:nvPr/>
        </p:nvSpPr>
        <p:spPr>
          <a:xfrm>
            <a:off x="1437138" y="4308183"/>
            <a:ext cx="3058662"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Description Here</a:t>
            </a:r>
            <a:endParaRPr lang="id-ID" sz="1600" b="1" dirty="0">
              <a:solidFill>
                <a:schemeClr val="tx1">
                  <a:lumMod val="65000"/>
                  <a:lumOff val="35000"/>
                </a:schemeClr>
              </a:solidFill>
              <a:effectLst/>
              <a:ea typeface="Times New Roman" panose="02020603050405020304" pitchFamily="18" charset="0"/>
            </a:endParaRPr>
          </a:p>
        </p:txBody>
      </p:sp>
      <p:sp>
        <p:nvSpPr>
          <p:cNvPr id="19" name="TextBox 18">
            <a:extLst>
              <a:ext uri="{FF2B5EF4-FFF2-40B4-BE49-F238E27FC236}">
                <a16:creationId xmlns:a16="http://schemas.microsoft.com/office/drawing/2014/main" id="{B65C8C3C-E23F-4339-8ECA-392719250CF4}"/>
              </a:ext>
            </a:extLst>
          </p:cNvPr>
          <p:cNvSpPr txBox="1"/>
          <p:nvPr/>
        </p:nvSpPr>
        <p:spPr>
          <a:xfrm>
            <a:off x="1437138" y="4614511"/>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22" name="Rectangle 21">
            <a:extLst>
              <a:ext uri="{FF2B5EF4-FFF2-40B4-BE49-F238E27FC236}">
                <a16:creationId xmlns:a16="http://schemas.microsoft.com/office/drawing/2014/main" id="{A1786705-997C-483E-9D3D-078BA321C9B4}"/>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TextBox 24">
            <a:extLst>
              <a:ext uri="{FF2B5EF4-FFF2-40B4-BE49-F238E27FC236}">
                <a16:creationId xmlns:a16="http://schemas.microsoft.com/office/drawing/2014/main" id="{89E7B2E2-CE49-4B33-8A39-C9AB0B80DA67}"/>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2" name="Picture Placeholder 1">
            <a:extLst>
              <a:ext uri="{FF2B5EF4-FFF2-40B4-BE49-F238E27FC236}">
                <a16:creationId xmlns:a16="http://schemas.microsoft.com/office/drawing/2014/main" id="{9E24648D-C7FF-4FBA-9BBD-BFABC749FFF3}"/>
              </a:ext>
            </a:extLst>
          </p:cNvPr>
          <p:cNvSpPr>
            <a:spLocks noGrp="1"/>
          </p:cNvSpPr>
          <p:nvPr>
            <p:ph type="pic" sz="quarter" idx="10"/>
          </p:nvPr>
        </p:nvSpPr>
        <p:spPr/>
      </p:sp>
    </p:spTree>
    <p:extLst>
      <p:ext uri="{BB962C8B-B14F-4D97-AF65-F5344CB8AC3E}">
        <p14:creationId xmlns:p14="http://schemas.microsoft.com/office/powerpoint/2010/main" val="1174733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a:extLst>
              <a:ext uri="{FF2B5EF4-FFF2-40B4-BE49-F238E27FC236}">
                <a16:creationId xmlns:a16="http://schemas.microsoft.com/office/drawing/2014/main" id="{19125759-CA8A-43B2-B3F2-6DCC4CC3F5D4}"/>
              </a:ext>
            </a:extLst>
          </p:cNvPr>
          <p:cNvSpPr txBox="1"/>
          <p:nvPr/>
        </p:nvSpPr>
        <p:spPr>
          <a:xfrm>
            <a:off x="6422187" y="1758175"/>
            <a:ext cx="4097388" cy="1077218"/>
          </a:xfrm>
          <a:prstGeom prst="rect">
            <a:avLst/>
          </a:prstGeom>
          <a:noFill/>
        </p:spPr>
        <p:txBody>
          <a:bodyPr wrap="square">
            <a:spAutoFit/>
          </a:bodyPr>
          <a:lstStyle/>
          <a:p>
            <a:pPr marL="0" marR="0">
              <a:spcBef>
                <a:spcPts val="0"/>
              </a:spcBef>
              <a:spcAft>
                <a:spcPts val="800"/>
              </a:spcAft>
            </a:pPr>
            <a:r>
              <a:rPr lang="en-ID" sz="3200" dirty="0">
                <a:solidFill>
                  <a:schemeClr val="bg1"/>
                </a:solidFill>
                <a:effectLst/>
                <a:latin typeface="+mj-lt"/>
                <a:ea typeface="Calibri" panose="020F0502020204030204" pitchFamily="34" charset="0"/>
                <a:cs typeface="Times New Roman" panose="02020603050405020304" pitchFamily="18" charset="0"/>
              </a:rPr>
              <a:t>The </a:t>
            </a:r>
            <a:r>
              <a:rPr lang="en-ID" sz="3200" dirty="0" err="1">
                <a:solidFill>
                  <a:schemeClr val="bg1"/>
                </a:solidFill>
                <a:effectLst/>
                <a:latin typeface="+mj-lt"/>
                <a:ea typeface="Calibri" panose="020F0502020204030204" pitchFamily="34" charset="0"/>
                <a:cs typeface="Times New Roman" panose="02020603050405020304" pitchFamily="18" charset="0"/>
              </a:rPr>
              <a:t>Cinamo</a:t>
            </a:r>
            <a:r>
              <a:rPr lang="en-ID" sz="3200" dirty="0">
                <a:solidFill>
                  <a:schemeClr val="bg1"/>
                </a:solidFill>
                <a:effectLst/>
                <a:latin typeface="+mj-lt"/>
                <a:ea typeface="Calibri" panose="020F0502020204030204" pitchFamily="34" charset="0"/>
                <a:cs typeface="Times New Roman" panose="02020603050405020304" pitchFamily="18" charset="0"/>
              </a:rPr>
              <a:t> Always Bring The Solution</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43" name="TextBox 42">
            <a:extLst>
              <a:ext uri="{FF2B5EF4-FFF2-40B4-BE49-F238E27FC236}">
                <a16:creationId xmlns:a16="http://schemas.microsoft.com/office/drawing/2014/main" id="{500DBA52-4112-4945-98EF-58CB4403274B}"/>
              </a:ext>
            </a:extLst>
          </p:cNvPr>
          <p:cNvSpPr txBox="1"/>
          <p:nvPr/>
        </p:nvSpPr>
        <p:spPr>
          <a:xfrm>
            <a:off x="6454272" y="3359367"/>
            <a:ext cx="4427254" cy="1079783"/>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95000"/>
                  </a:schemeClr>
                </a:solidFill>
                <a:effectLst/>
                <a:ea typeface="Times New Roman" panose="02020603050405020304" pitchFamily="18" charset="0"/>
              </a:rPr>
              <a:t>Adipiscing elit pellentesque habitant morbi tristique senectus et netus. Integer enim neque volutpat ac tincidunt vitae semper. Sit amet mauris commodo quis. A pellentesque sit amet porttitor eget dolor morbi non arcu. Pellentesque elit ullamcorper</a:t>
            </a:r>
          </a:p>
        </p:txBody>
      </p:sp>
      <p:sp>
        <p:nvSpPr>
          <p:cNvPr id="46" name="Rectangle: Rounded Corners 45">
            <a:extLst>
              <a:ext uri="{FF2B5EF4-FFF2-40B4-BE49-F238E27FC236}">
                <a16:creationId xmlns:a16="http://schemas.microsoft.com/office/drawing/2014/main" id="{83EC0FDA-D408-491A-9971-16946C0E33E4}"/>
              </a:ext>
            </a:extLst>
          </p:cNvPr>
          <p:cNvSpPr/>
          <p:nvPr/>
        </p:nvSpPr>
        <p:spPr>
          <a:xfrm>
            <a:off x="6529821" y="4734065"/>
            <a:ext cx="1281767" cy="36576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900" b="1" dirty="0">
                <a:solidFill>
                  <a:schemeClr val="accent3"/>
                </a:solidFill>
              </a:rPr>
              <a:t>See More</a:t>
            </a:r>
          </a:p>
        </p:txBody>
      </p:sp>
      <p:sp>
        <p:nvSpPr>
          <p:cNvPr id="47" name="Rectangle: Rounded Corners 46">
            <a:extLst>
              <a:ext uri="{FF2B5EF4-FFF2-40B4-BE49-F238E27FC236}">
                <a16:creationId xmlns:a16="http://schemas.microsoft.com/office/drawing/2014/main" id="{1997CC96-9A54-4079-A5E9-EADFF4BAA790}"/>
              </a:ext>
            </a:extLst>
          </p:cNvPr>
          <p:cNvSpPr/>
          <p:nvPr/>
        </p:nvSpPr>
        <p:spPr>
          <a:xfrm>
            <a:off x="8143972" y="4734065"/>
            <a:ext cx="1281767" cy="365760"/>
          </a:xfrm>
          <a:prstGeom prst="roundRect">
            <a:avLst>
              <a:gd name="adj" fmla="val 50000"/>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900" b="1" dirty="0">
                <a:solidFill>
                  <a:schemeClr val="accent3"/>
                </a:solidFill>
              </a:rPr>
              <a:t>Next</a:t>
            </a:r>
          </a:p>
        </p:txBody>
      </p:sp>
      <p:sp>
        <p:nvSpPr>
          <p:cNvPr id="2" name="Picture Placeholder 1">
            <a:extLst>
              <a:ext uri="{FF2B5EF4-FFF2-40B4-BE49-F238E27FC236}">
                <a16:creationId xmlns:a16="http://schemas.microsoft.com/office/drawing/2014/main" id="{6B3A3D56-0B94-4D91-A54D-8A9F3D6BB45C}"/>
              </a:ext>
            </a:extLst>
          </p:cNvPr>
          <p:cNvSpPr>
            <a:spLocks noGrp="1"/>
          </p:cNvSpPr>
          <p:nvPr>
            <p:ph type="pic" sz="quarter" idx="10"/>
          </p:nvPr>
        </p:nvSpPr>
        <p:spPr/>
      </p:sp>
    </p:spTree>
    <p:extLst>
      <p:ext uri="{BB962C8B-B14F-4D97-AF65-F5344CB8AC3E}">
        <p14:creationId xmlns:p14="http://schemas.microsoft.com/office/powerpoint/2010/main" val="2423620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BB9FB84-0B2A-4292-989C-44991D2BA888}"/>
              </a:ext>
            </a:extLst>
          </p:cNvPr>
          <p:cNvSpPr/>
          <p:nvPr/>
        </p:nvSpPr>
        <p:spPr>
          <a:xfrm>
            <a:off x="1437138" y="3543497"/>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15" name="Rectangle 14">
            <a:extLst>
              <a:ext uri="{FF2B5EF4-FFF2-40B4-BE49-F238E27FC236}">
                <a16:creationId xmlns:a16="http://schemas.microsoft.com/office/drawing/2014/main" id="{9438F444-A777-47AB-92B2-C2AB8E008603}"/>
              </a:ext>
            </a:extLst>
          </p:cNvPr>
          <p:cNvSpPr/>
          <p:nvPr/>
        </p:nvSpPr>
        <p:spPr>
          <a:xfrm>
            <a:off x="1437138" y="3025439"/>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Achievement Here</a:t>
            </a:r>
            <a:endParaRPr lang="id-ID" sz="1600" b="1" dirty="0">
              <a:solidFill>
                <a:schemeClr val="tx1">
                  <a:lumMod val="65000"/>
                  <a:lumOff val="35000"/>
                </a:schemeClr>
              </a:solidFill>
            </a:endParaRPr>
          </a:p>
        </p:txBody>
      </p:sp>
      <p:sp>
        <p:nvSpPr>
          <p:cNvPr id="16" name="Rectangle 15">
            <a:extLst>
              <a:ext uri="{FF2B5EF4-FFF2-40B4-BE49-F238E27FC236}">
                <a16:creationId xmlns:a16="http://schemas.microsoft.com/office/drawing/2014/main" id="{FFF7A303-5C8D-42F9-8FF0-E71A9E6BB89D}"/>
              </a:ext>
            </a:extLst>
          </p:cNvPr>
          <p:cNvSpPr/>
          <p:nvPr/>
        </p:nvSpPr>
        <p:spPr>
          <a:xfrm>
            <a:off x="3937093" y="3543497"/>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17" name="Rectangle 16">
            <a:extLst>
              <a:ext uri="{FF2B5EF4-FFF2-40B4-BE49-F238E27FC236}">
                <a16:creationId xmlns:a16="http://schemas.microsoft.com/office/drawing/2014/main" id="{2B14D31C-4488-40AF-8B10-F818EB0EA524}"/>
              </a:ext>
            </a:extLst>
          </p:cNvPr>
          <p:cNvSpPr/>
          <p:nvPr/>
        </p:nvSpPr>
        <p:spPr>
          <a:xfrm>
            <a:off x="3937093" y="3025439"/>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Achievement Here</a:t>
            </a:r>
            <a:endParaRPr lang="id-ID" sz="1600" b="1" dirty="0">
              <a:solidFill>
                <a:schemeClr val="tx1">
                  <a:lumMod val="65000"/>
                  <a:lumOff val="35000"/>
                </a:schemeClr>
              </a:solidFill>
            </a:endParaRPr>
          </a:p>
        </p:txBody>
      </p:sp>
      <p:sp>
        <p:nvSpPr>
          <p:cNvPr id="18" name="Rectangle 17">
            <a:extLst>
              <a:ext uri="{FF2B5EF4-FFF2-40B4-BE49-F238E27FC236}">
                <a16:creationId xmlns:a16="http://schemas.microsoft.com/office/drawing/2014/main" id="{4A12C7FF-53DC-45C4-8FEE-524A873E99B6}"/>
              </a:ext>
            </a:extLst>
          </p:cNvPr>
          <p:cNvSpPr/>
          <p:nvPr/>
        </p:nvSpPr>
        <p:spPr>
          <a:xfrm>
            <a:off x="1437138" y="5064691"/>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19" name="Rectangle 18">
            <a:extLst>
              <a:ext uri="{FF2B5EF4-FFF2-40B4-BE49-F238E27FC236}">
                <a16:creationId xmlns:a16="http://schemas.microsoft.com/office/drawing/2014/main" id="{ACE6C0F4-27BA-4223-B8D1-C7230BC2009C}"/>
              </a:ext>
            </a:extLst>
          </p:cNvPr>
          <p:cNvSpPr/>
          <p:nvPr/>
        </p:nvSpPr>
        <p:spPr>
          <a:xfrm>
            <a:off x="1437138" y="4546633"/>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Achievement Here</a:t>
            </a:r>
            <a:endParaRPr lang="id-ID" sz="1600" b="1" dirty="0">
              <a:solidFill>
                <a:schemeClr val="tx1">
                  <a:lumMod val="65000"/>
                  <a:lumOff val="35000"/>
                </a:schemeClr>
              </a:solidFill>
            </a:endParaRPr>
          </a:p>
        </p:txBody>
      </p:sp>
      <p:sp>
        <p:nvSpPr>
          <p:cNvPr id="20" name="Rectangle 19">
            <a:extLst>
              <a:ext uri="{FF2B5EF4-FFF2-40B4-BE49-F238E27FC236}">
                <a16:creationId xmlns:a16="http://schemas.microsoft.com/office/drawing/2014/main" id="{97538C92-5DA6-415D-8E67-8E224EF30449}"/>
              </a:ext>
            </a:extLst>
          </p:cNvPr>
          <p:cNvSpPr/>
          <p:nvPr/>
        </p:nvSpPr>
        <p:spPr>
          <a:xfrm>
            <a:off x="3937093" y="5064691"/>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21" name="Rectangle 20">
            <a:extLst>
              <a:ext uri="{FF2B5EF4-FFF2-40B4-BE49-F238E27FC236}">
                <a16:creationId xmlns:a16="http://schemas.microsoft.com/office/drawing/2014/main" id="{3115CF0D-B937-49F6-B21D-A51B083BFE6E}"/>
              </a:ext>
            </a:extLst>
          </p:cNvPr>
          <p:cNvSpPr/>
          <p:nvPr/>
        </p:nvSpPr>
        <p:spPr>
          <a:xfrm>
            <a:off x="3937093" y="4546633"/>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Achievement Here</a:t>
            </a:r>
            <a:endParaRPr lang="id-ID" sz="1600" b="1" dirty="0">
              <a:solidFill>
                <a:schemeClr val="tx1">
                  <a:lumMod val="65000"/>
                  <a:lumOff val="35000"/>
                </a:schemeClr>
              </a:solidFill>
            </a:endParaRPr>
          </a:p>
        </p:txBody>
      </p:sp>
      <p:sp>
        <p:nvSpPr>
          <p:cNvPr id="39" name="TextBox 38">
            <a:extLst>
              <a:ext uri="{FF2B5EF4-FFF2-40B4-BE49-F238E27FC236}">
                <a16:creationId xmlns:a16="http://schemas.microsoft.com/office/drawing/2014/main" id="{5F20EB65-E72D-422F-A20C-4751112E0298}"/>
              </a:ext>
            </a:extLst>
          </p:cNvPr>
          <p:cNvSpPr txBox="1"/>
          <p:nvPr/>
        </p:nvSpPr>
        <p:spPr>
          <a:xfrm>
            <a:off x="1437138" y="3313306"/>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Achievement</a:t>
            </a:r>
            <a:endParaRPr lang="id-ID" sz="1100" b="1" dirty="0">
              <a:solidFill>
                <a:schemeClr val="tx1">
                  <a:lumMod val="50000"/>
                  <a:lumOff val="50000"/>
                </a:schemeClr>
              </a:solidFill>
              <a:effectLst/>
              <a:ea typeface="Times New Roman" panose="02020603050405020304" pitchFamily="18" charset="0"/>
            </a:endParaRPr>
          </a:p>
        </p:txBody>
      </p:sp>
      <p:sp>
        <p:nvSpPr>
          <p:cNvPr id="40" name="TextBox 39">
            <a:extLst>
              <a:ext uri="{FF2B5EF4-FFF2-40B4-BE49-F238E27FC236}">
                <a16:creationId xmlns:a16="http://schemas.microsoft.com/office/drawing/2014/main" id="{EBEC0139-4F07-4288-AD65-F8783BB362A7}"/>
              </a:ext>
            </a:extLst>
          </p:cNvPr>
          <p:cNvSpPr txBox="1"/>
          <p:nvPr/>
        </p:nvSpPr>
        <p:spPr>
          <a:xfrm>
            <a:off x="1437138" y="4826066"/>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Achievement</a:t>
            </a:r>
            <a:endParaRPr lang="id-ID" sz="1100" b="1" dirty="0">
              <a:solidFill>
                <a:schemeClr val="tx1">
                  <a:lumMod val="50000"/>
                  <a:lumOff val="50000"/>
                </a:schemeClr>
              </a:solidFill>
              <a:effectLst/>
              <a:ea typeface="Times New Roman" panose="02020603050405020304" pitchFamily="18" charset="0"/>
            </a:endParaRPr>
          </a:p>
        </p:txBody>
      </p:sp>
      <p:sp>
        <p:nvSpPr>
          <p:cNvPr id="41" name="TextBox 40">
            <a:extLst>
              <a:ext uri="{FF2B5EF4-FFF2-40B4-BE49-F238E27FC236}">
                <a16:creationId xmlns:a16="http://schemas.microsoft.com/office/drawing/2014/main" id="{EAADC286-AF59-451F-B491-33074C0796A7}"/>
              </a:ext>
            </a:extLst>
          </p:cNvPr>
          <p:cNvSpPr txBox="1"/>
          <p:nvPr/>
        </p:nvSpPr>
        <p:spPr>
          <a:xfrm>
            <a:off x="3937093" y="3313306"/>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Achievement</a:t>
            </a:r>
            <a:endParaRPr lang="id-ID" sz="1100" b="1" dirty="0">
              <a:solidFill>
                <a:schemeClr val="tx1">
                  <a:lumMod val="50000"/>
                  <a:lumOff val="50000"/>
                </a:schemeClr>
              </a:solidFill>
              <a:effectLst/>
              <a:ea typeface="Times New Roman" panose="02020603050405020304" pitchFamily="18" charset="0"/>
            </a:endParaRPr>
          </a:p>
        </p:txBody>
      </p:sp>
      <p:sp>
        <p:nvSpPr>
          <p:cNvPr id="42" name="TextBox 41">
            <a:extLst>
              <a:ext uri="{FF2B5EF4-FFF2-40B4-BE49-F238E27FC236}">
                <a16:creationId xmlns:a16="http://schemas.microsoft.com/office/drawing/2014/main" id="{5EFAD795-509A-41E3-904E-C9354382FF14}"/>
              </a:ext>
            </a:extLst>
          </p:cNvPr>
          <p:cNvSpPr txBox="1"/>
          <p:nvPr/>
        </p:nvSpPr>
        <p:spPr>
          <a:xfrm>
            <a:off x="3937093" y="4826066"/>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Achievement</a:t>
            </a:r>
            <a:endParaRPr lang="id-ID" sz="1100" b="1" dirty="0">
              <a:solidFill>
                <a:schemeClr val="tx1">
                  <a:lumMod val="50000"/>
                  <a:lumOff val="50000"/>
                </a:schemeClr>
              </a:solidFill>
              <a:effectLst/>
              <a:ea typeface="Times New Roman" panose="02020603050405020304" pitchFamily="18" charset="0"/>
            </a:endParaRPr>
          </a:p>
        </p:txBody>
      </p:sp>
      <p:sp>
        <p:nvSpPr>
          <p:cNvPr id="24" name="TextBox 23">
            <a:extLst>
              <a:ext uri="{FF2B5EF4-FFF2-40B4-BE49-F238E27FC236}">
                <a16:creationId xmlns:a16="http://schemas.microsoft.com/office/drawing/2014/main" id="{EEC2DAB8-31C6-48CD-BB50-5FFECC713D80}"/>
              </a:ext>
            </a:extLst>
          </p:cNvPr>
          <p:cNvSpPr txBox="1"/>
          <p:nvPr/>
        </p:nvSpPr>
        <p:spPr>
          <a:xfrm>
            <a:off x="1405055" y="1272055"/>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a:t>
            </a:r>
            <a:r>
              <a:rPr lang="en-US" sz="3200" dirty="0" err="1">
                <a:solidFill>
                  <a:schemeClr val="tx1">
                    <a:lumMod val="75000"/>
                    <a:lumOff val="25000"/>
                  </a:schemeClr>
                </a:solidFill>
                <a:effectLst/>
                <a:latin typeface="+mj-lt"/>
                <a:ea typeface="Calibri" panose="020F0502020204030204" pitchFamily="34" charset="0"/>
                <a:cs typeface="Times New Roman" panose="02020603050405020304" pitchFamily="18" charset="0"/>
              </a:rPr>
              <a:t>Cinamo</a:t>
            </a: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 </a:t>
            </a:r>
            <a:r>
              <a:rPr lang="en-US" sz="3200" dirty="0">
                <a:solidFill>
                  <a:schemeClr val="accent4"/>
                </a:solidFill>
                <a:effectLst/>
                <a:latin typeface="+mj-lt"/>
                <a:ea typeface="Calibri" panose="020F0502020204030204" pitchFamily="34" charset="0"/>
                <a:cs typeface="Times New Roman" panose="02020603050405020304" pitchFamily="18" charset="0"/>
              </a:rPr>
              <a:t>Achievement Here</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C6941B43-6AC9-4A7B-9255-AA48996B9C7F}"/>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TextBox 25">
            <a:extLst>
              <a:ext uri="{FF2B5EF4-FFF2-40B4-BE49-F238E27FC236}">
                <a16:creationId xmlns:a16="http://schemas.microsoft.com/office/drawing/2014/main" id="{F87C9059-DCB6-4D59-A902-53CC79A6CC0E}"/>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2" name="Picture Placeholder 1">
            <a:extLst>
              <a:ext uri="{FF2B5EF4-FFF2-40B4-BE49-F238E27FC236}">
                <a16:creationId xmlns:a16="http://schemas.microsoft.com/office/drawing/2014/main" id="{6FB5D633-FCDB-48FD-9FF2-8ACED614C6F0}"/>
              </a:ext>
            </a:extLst>
          </p:cNvPr>
          <p:cNvSpPr>
            <a:spLocks noGrp="1"/>
          </p:cNvSpPr>
          <p:nvPr>
            <p:ph type="pic" sz="quarter" idx="10"/>
          </p:nvPr>
        </p:nvSpPr>
        <p:spPr/>
      </p:sp>
    </p:spTree>
    <p:extLst>
      <p:ext uri="{BB962C8B-B14F-4D97-AF65-F5344CB8AC3E}">
        <p14:creationId xmlns:p14="http://schemas.microsoft.com/office/powerpoint/2010/main" val="880428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019185-1EC7-4DEC-A54F-7CD11352599F}"/>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TextBox 20">
            <a:extLst>
              <a:ext uri="{FF2B5EF4-FFF2-40B4-BE49-F238E27FC236}">
                <a16:creationId xmlns:a16="http://schemas.microsoft.com/office/drawing/2014/main" id="{66FC988A-5982-4809-844D-7107F95EABCD}"/>
              </a:ext>
            </a:extLst>
          </p:cNvPr>
          <p:cNvSpPr txBox="1"/>
          <p:nvPr/>
        </p:nvSpPr>
        <p:spPr>
          <a:xfrm>
            <a:off x="11255843" y="5578639"/>
            <a:ext cx="502061" cy="769441"/>
          </a:xfrm>
          <a:prstGeom prst="rect">
            <a:avLst/>
          </a:prstGeom>
          <a:noFill/>
        </p:spPr>
        <p:txBody>
          <a:bodyPr wrap="none" rtlCol="0">
            <a:spAutoFit/>
          </a:bodyPr>
          <a:lstStyle/>
          <a:p>
            <a:pPr algn="r"/>
            <a:fld id="{0A05DCDB-5849-4A92-B715-72B5EC440DF0}" type="slidenum">
              <a:rPr lang="en-ID" sz="4400" smtClean="0">
                <a:solidFill>
                  <a:schemeClr val="bg1">
                    <a:lumMod val="95000"/>
                  </a:schemeClr>
                </a:solidFill>
              </a:rPr>
              <a:pPr algn="r"/>
              <a:t>5</a:t>
            </a:fld>
            <a:endParaRPr lang="en-ID" sz="4400" dirty="0">
              <a:solidFill>
                <a:schemeClr val="bg1">
                  <a:lumMod val="95000"/>
                </a:schemeClr>
              </a:solidFill>
            </a:endParaRPr>
          </a:p>
        </p:txBody>
      </p:sp>
      <p:sp>
        <p:nvSpPr>
          <p:cNvPr id="22" name="TextBox 21">
            <a:extLst>
              <a:ext uri="{FF2B5EF4-FFF2-40B4-BE49-F238E27FC236}">
                <a16:creationId xmlns:a16="http://schemas.microsoft.com/office/drawing/2014/main" id="{DAB2FE35-9B0D-43E2-A6BB-BD33E914917D}"/>
              </a:ext>
            </a:extLst>
          </p:cNvPr>
          <p:cNvSpPr txBox="1"/>
          <p:nvPr/>
        </p:nvSpPr>
        <p:spPr>
          <a:xfrm>
            <a:off x="6079959" y="1352265"/>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a:t>
            </a:r>
            <a:r>
              <a:rPr lang="en-US" sz="3200" dirty="0" err="1">
                <a:solidFill>
                  <a:schemeClr val="tx1">
                    <a:lumMod val="75000"/>
                    <a:lumOff val="25000"/>
                  </a:schemeClr>
                </a:solidFill>
                <a:effectLst/>
                <a:latin typeface="+mj-lt"/>
                <a:ea typeface="Calibri" panose="020F0502020204030204" pitchFamily="34" charset="0"/>
                <a:cs typeface="Times New Roman" panose="02020603050405020304" pitchFamily="18" charset="0"/>
              </a:rPr>
              <a:t>Cinamo</a:t>
            </a: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 </a:t>
            </a:r>
            <a:r>
              <a:rPr lang="en-US" sz="3200" dirty="0">
                <a:solidFill>
                  <a:schemeClr val="accent4"/>
                </a:solidFill>
                <a:effectLst/>
                <a:latin typeface="+mj-lt"/>
                <a:ea typeface="Calibri" panose="020F0502020204030204" pitchFamily="34" charset="0"/>
                <a:cs typeface="Times New Roman" panose="02020603050405020304" pitchFamily="18" charset="0"/>
              </a:rPr>
              <a:t>History Here</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F70A3DA2-A03E-4362-A50D-5F56B2093E67}"/>
              </a:ext>
            </a:extLst>
          </p:cNvPr>
          <p:cNvSpPr txBox="1"/>
          <p:nvPr/>
        </p:nvSpPr>
        <p:spPr>
          <a:xfrm>
            <a:off x="6079958" y="3549802"/>
            <a:ext cx="469094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 odio temporol</a:t>
            </a:r>
          </a:p>
        </p:txBody>
      </p:sp>
      <p:sp>
        <p:nvSpPr>
          <p:cNvPr id="24" name="TextBox 23">
            <a:extLst>
              <a:ext uri="{FF2B5EF4-FFF2-40B4-BE49-F238E27FC236}">
                <a16:creationId xmlns:a16="http://schemas.microsoft.com/office/drawing/2014/main" id="{3EC5FABE-60EE-4191-9E0F-7046839F7A5E}"/>
              </a:ext>
            </a:extLst>
          </p:cNvPr>
          <p:cNvSpPr txBox="1"/>
          <p:nvPr/>
        </p:nvSpPr>
        <p:spPr>
          <a:xfrm>
            <a:off x="6079958" y="2939801"/>
            <a:ext cx="3058662"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The History Here</a:t>
            </a:r>
            <a:endParaRPr lang="id-ID" sz="1600" b="1" dirty="0">
              <a:solidFill>
                <a:schemeClr val="tx1">
                  <a:lumMod val="65000"/>
                  <a:lumOff val="35000"/>
                </a:schemeClr>
              </a:solidFill>
              <a:effectLst/>
              <a:ea typeface="Times New Roman" panose="02020603050405020304" pitchFamily="18" charset="0"/>
            </a:endParaRPr>
          </a:p>
        </p:txBody>
      </p:sp>
      <p:sp>
        <p:nvSpPr>
          <p:cNvPr id="25" name="TextBox 24">
            <a:extLst>
              <a:ext uri="{FF2B5EF4-FFF2-40B4-BE49-F238E27FC236}">
                <a16:creationId xmlns:a16="http://schemas.microsoft.com/office/drawing/2014/main" id="{B7C8D9F1-58B3-47D4-A1E9-D418B9E8939F}"/>
              </a:ext>
            </a:extLst>
          </p:cNvPr>
          <p:cNvSpPr txBox="1"/>
          <p:nvPr/>
        </p:nvSpPr>
        <p:spPr>
          <a:xfrm>
            <a:off x="6079958" y="3246129"/>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26" name="TextBox 25">
            <a:extLst>
              <a:ext uri="{FF2B5EF4-FFF2-40B4-BE49-F238E27FC236}">
                <a16:creationId xmlns:a16="http://schemas.microsoft.com/office/drawing/2014/main" id="{5E46F404-8533-4239-8288-8B42C4149371}"/>
              </a:ext>
            </a:extLst>
          </p:cNvPr>
          <p:cNvSpPr txBox="1"/>
          <p:nvPr/>
        </p:nvSpPr>
        <p:spPr>
          <a:xfrm>
            <a:off x="6079958" y="4918184"/>
            <a:ext cx="469094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 odio temporol</a:t>
            </a:r>
          </a:p>
        </p:txBody>
      </p:sp>
      <p:sp>
        <p:nvSpPr>
          <p:cNvPr id="27" name="TextBox 26">
            <a:extLst>
              <a:ext uri="{FF2B5EF4-FFF2-40B4-BE49-F238E27FC236}">
                <a16:creationId xmlns:a16="http://schemas.microsoft.com/office/drawing/2014/main" id="{B6462070-606D-4210-8070-C282ECAAEADA}"/>
              </a:ext>
            </a:extLst>
          </p:cNvPr>
          <p:cNvSpPr txBox="1"/>
          <p:nvPr/>
        </p:nvSpPr>
        <p:spPr>
          <a:xfrm>
            <a:off x="6079958" y="4308183"/>
            <a:ext cx="3058662"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The History Here</a:t>
            </a:r>
            <a:endParaRPr lang="id-ID" sz="1600" b="1" dirty="0">
              <a:solidFill>
                <a:schemeClr val="tx1">
                  <a:lumMod val="65000"/>
                  <a:lumOff val="35000"/>
                </a:schemeClr>
              </a:solidFill>
              <a:effectLst/>
              <a:ea typeface="Times New Roman" panose="02020603050405020304" pitchFamily="18" charset="0"/>
            </a:endParaRPr>
          </a:p>
        </p:txBody>
      </p:sp>
      <p:sp>
        <p:nvSpPr>
          <p:cNvPr id="28" name="TextBox 27">
            <a:extLst>
              <a:ext uri="{FF2B5EF4-FFF2-40B4-BE49-F238E27FC236}">
                <a16:creationId xmlns:a16="http://schemas.microsoft.com/office/drawing/2014/main" id="{8C0BFEE4-E0A2-41EF-9A1B-D1FC6F5144CD}"/>
              </a:ext>
            </a:extLst>
          </p:cNvPr>
          <p:cNvSpPr txBox="1"/>
          <p:nvPr/>
        </p:nvSpPr>
        <p:spPr>
          <a:xfrm>
            <a:off x="6079958" y="4614511"/>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2" name="Picture Placeholder 1">
            <a:extLst>
              <a:ext uri="{FF2B5EF4-FFF2-40B4-BE49-F238E27FC236}">
                <a16:creationId xmlns:a16="http://schemas.microsoft.com/office/drawing/2014/main" id="{24E3FF20-1E59-4DEF-9831-EFEB0F5D2B03}"/>
              </a:ext>
            </a:extLst>
          </p:cNvPr>
          <p:cNvSpPr>
            <a:spLocks noGrp="1"/>
          </p:cNvSpPr>
          <p:nvPr>
            <p:ph type="pic" sz="quarter" idx="10"/>
          </p:nvPr>
        </p:nvSpPr>
        <p:spPr/>
      </p:sp>
    </p:spTree>
    <p:extLst>
      <p:ext uri="{BB962C8B-B14F-4D97-AF65-F5344CB8AC3E}">
        <p14:creationId xmlns:p14="http://schemas.microsoft.com/office/powerpoint/2010/main" val="3038079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a:extLst>
              <a:ext uri="{FF2B5EF4-FFF2-40B4-BE49-F238E27FC236}">
                <a16:creationId xmlns:a16="http://schemas.microsoft.com/office/drawing/2014/main" id="{5C92FDD4-6890-45DA-9EEE-39DB513AEF42}"/>
              </a:ext>
            </a:extLst>
          </p:cNvPr>
          <p:cNvSpPr txBox="1"/>
          <p:nvPr/>
        </p:nvSpPr>
        <p:spPr>
          <a:xfrm>
            <a:off x="1424103" y="3254393"/>
            <a:ext cx="4328997" cy="1333698"/>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viverra tellus in hac habitasse platea dictumst. Rutrum tellus pellentesque eu tincidunt tortor aliquam. Nisl suscipit adipiscing bibendum est ultricies integer quis auctor</a:t>
            </a:r>
          </a:p>
        </p:txBody>
      </p:sp>
      <p:sp>
        <p:nvSpPr>
          <p:cNvPr id="48" name="TextBox 47">
            <a:extLst>
              <a:ext uri="{FF2B5EF4-FFF2-40B4-BE49-F238E27FC236}">
                <a16:creationId xmlns:a16="http://schemas.microsoft.com/office/drawing/2014/main" id="{B82DA66A-1CBD-4D90-A1A9-172AEDFA43B2}"/>
              </a:ext>
            </a:extLst>
          </p:cNvPr>
          <p:cNvSpPr txBox="1"/>
          <p:nvPr/>
        </p:nvSpPr>
        <p:spPr>
          <a:xfrm>
            <a:off x="1424102" y="4661421"/>
            <a:ext cx="4328997" cy="825867"/>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viverra tellus in hac habitasse plateadictu</a:t>
            </a:r>
          </a:p>
        </p:txBody>
      </p:sp>
      <p:sp>
        <p:nvSpPr>
          <p:cNvPr id="14" name="TextBox 13">
            <a:extLst>
              <a:ext uri="{FF2B5EF4-FFF2-40B4-BE49-F238E27FC236}">
                <a16:creationId xmlns:a16="http://schemas.microsoft.com/office/drawing/2014/main" id="{E891983F-2B78-4C12-A999-60E230FF6477}"/>
              </a:ext>
            </a:extLst>
          </p:cNvPr>
          <p:cNvSpPr txBox="1"/>
          <p:nvPr/>
        </p:nvSpPr>
        <p:spPr>
          <a:xfrm>
            <a:off x="1421097" y="1512685"/>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The Story About </a:t>
            </a:r>
            <a:r>
              <a:rPr lang="en-US" sz="3200" dirty="0" err="1">
                <a:solidFill>
                  <a:schemeClr val="accent4"/>
                </a:solidFill>
                <a:effectLst/>
                <a:latin typeface="+mj-lt"/>
                <a:ea typeface="Calibri" panose="020F0502020204030204" pitchFamily="34" charset="0"/>
                <a:cs typeface="Times New Roman" panose="02020603050405020304" pitchFamily="18" charset="0"/>
              </a:rPr>
              <a:t>Cinamo</a:t>
            </a:r>
            <a:r>
              <a:rPr lang="en-US" sz="3200" dirty="0">
                <a:solidFill>
                  <a:schemeClr val="accent4"/>
                </a:solidFill>
                <a:effectLst/>
                <a:latin typeface="+mj-lt"/>
                <a:ea typeface="Calibri" panose="020F0502020204030204" pitchFamily="34" charset="0"/>
                <a:cs typeface="Times New Roman" panose="02020603050405020304" pitchFamily="18" charset="0"/>
              </a:rPr>
              <a:t> Company</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17" name="Rectangle 16">
            <a:extLst>
              <a:ext uri="{FF2B5EF4-FFF2-40B4-BE49-F238E27FC236}">
                <a16:creationId xmlns:a16="http://schemas.microsoft.com/office/drawing/2014/main" id="{23FFCE8A-FFAD-443C-86CE-C9347AFB5ED3}"/>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TextBox 17">
            <a:extLst>
              <a:ext uri="{FF2B5EF4-FFF2-40B4-BE49-F238E27FC236}">
                <a16:creationId xmlns:a16="http://schemas.microsoft.com/office/drawing/2014/main" id="{F65FA193-37AB-480A-9578-85D6F8496702}"/>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3" name="Picture Placeholder 2">
            <a:extLst>
              <a:ext uri="{FF2B5EF4-FFF2-40B4-BE49-F238E27FC236}">
                <a16:creationId xmlns:a16="http://schemas.microsoft.com/office/drawing/2014/main" id="{6D9679C7-EF51-4598-8F7A-6860A9F2B27F}"/>
              </a:ext>
            </a:extLst>
          </p:cNvPr>
          <p:cNvSpPr>
            <a:spLocks noGrp="1"/>
          </p:cNvSpPr>
          <p:nvPr>
            <p:ph type="pic" sz="quarter" idx="10"/>
          </p:nvPr>
        </p:nvSpPr>
        <p:spPr/>
      </p:sp>
    </p:spTree>
    <p:extLst>
      <p:ext uri="{BB962C8B-B14F-4D97-AF65-F5344CB8AC3E}">
        <p14:creationId xmlns:p14="http://schemas.microsoft.com/office/powerpoint/2010/main" val="1814047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7474507D-78C6-4837-8C31-D6F7DAADBF3F}"/>
              </a:ext>
            </a:extLst>
          </p:cNvPr>
          <p:cNvSpPr txBox="1"/>
          <p:nvPr/>
        </p:nvSpPr>
        <p:spPr>
          <a:xfrm>
            <a:off x="5876756" y="2230636"/>
            <a:ext cx="3299328" cy="1077218"/>
          </a:xfrm>
          <a:prstGeom prst="rect">
            <a:avLst/>
          </a:prstGeom>
          <a:noFill/>
        </p:spPr>
        <p:txBody>
          <a:bodyPr wrap="square">
            <a:spAutoFit/>
          </a:bodyPr>
          <a:lstStyle/>
          <a:p>
            <a:pPr marL="0" marR="0">
              <a:spcBef>
                <a:spcPts val="0"/>
              </a:spcBef>
              <a:spcAft>
                <a:spcPts val="800"/>
              </a:spcAft>
            </a:pPr>
            <a:r>
              <a:rPr lang="en-ID" sz="3200" dirty="0">
                <a:solidFill>
                  <a:schemeClr val="bg1"/>
                </a:solidFill>
                <a:effectLst/>
                <a:latin typeface="+mj-lt"/>
                <a:ea typeface="Calibri" panose="020F0502020204030204" pitchFamily="34" charset="0"/>
                <a:cs typeface="Times New Roman" panose="02020603050405020304" pitchFamily="18" charset="0"/>
              </a:rPr>
              <a:t>The </a:t>
            </a:r>
            <a:r>
              <a:rPr lang="en-ID" sz="3200" dirty="0" err="1">
                <a:solidFill>
                  <a:schemeClr val="bg1"/>
                </a:solidFill>
                <a:effectLst/>
                <a:latin typeface="+mj-lt"/>
                <a:ea typeface="Calibri" panose="020F0502020204030204" pitchFamily="34" charset="0"/>
                <a:cs typeface="Times New Roman" panose="02020603050405020304" pitchFamily="18" charset="0"/>
              </a:rPr>
              <a:t>Cinamo</a:t>
            </a:r>
            <a:r>
              <a:rPr lang="en-ID" sz="3200" dirty="0">
                <a:solidFill>
                  <a:schemeClr val="bg1"/>
                </a:solidFill>
                <a:effectLst/>
                <a:latin typeface="+mj-lt"/>
                <a:ea typeface="Calibri" panose="020F0502020204030204" pitchFamily="34" charset="0"/>
                <a:cs typeface="Times New Roman" panose="02020603050405020304" pitchFamily="18" charset="0"/>
              </a:rPr>
              <a:t> Company’s Vision</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3E5DB569-2C6A-4025-8BA9-198E84982ABE}"/>
              </a:ext>
            </a:extLst>
          </p:cNvPr>
          <p:cNvSpPr txBox="1"/>
          <p:nvPr/>
        </p:nvSpPr>
        <p:spPr>
          <a:xfrm>
            <a:off x="5908841" y="3719534"/>
            <a:ext cx="4427254" cy="1079783"/>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accent2"/>
                </a:solidFill>
                <a:effectLst/>
                <a:ea typeface="Times New Roman" panose="02020603050405020304" pitchFamily="18" charset="0"/>
              </a:rPr>
              <a:t>Adipiscing elit pellentesque habitant morbi tristique senectus et netus. Integer enim neque volutpat ac tincidunt vitae semper. Sit amet mauris commodo quis. A pellentesque sit amet porttitor eget dolor morbi non arcu. Pellentesque elit ullamcorper</a:t>
            </a:r>
          </a:p>
        </p:txBody>
      </p:sp>
      <p:sp>
        <p:nvSpPr>
          <p:cNvPr id="2" name="Picture Placeholder 1">
            <a:extLst>
              <a:ext uri="{FF2B5EF4-FFF2-40B4-BE49-F238E27FC236}">
                <a16:creationId xmlns:a16="http://schemas.microsoft.com/office/drawing/2014/main" id="{21194A66-B709-4CD9-9FB1-B4544E29AD3B}"/>
              </a:ext>
            </a:extLst>
          </p:cNvPr>
          <p:cNvSpPr>
            <a:spLocks noGrp="1"/>
          </p:cNvSpPr>
          <p:nvPr>
            <p:ph type="pic" sz="quarter" idx="10"/>
          </p:nvPr>
        </p:nvSpPr>
        <p:spPr/>
      </p:sp>
    </p:spTree>
    <p:extLst>
      <p:ext uri="{BB962C8B-B14F-4D97-AF65-F5344CB8AC3E}">
        <p14:creationId xmlns:p14="http://schemas.microsoft.com/office/powerpoint/2010/main" val="1602380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C6F3A4F2-12FF-4DED-A93A-75BAA565220F}"/>
              </a:ext>
            </a:extLst>
          </p:cNvPr>
          <p:cNvSpPr txBox="1"/>
          <p:nvPr/>
        </p:nvSpPr>
        <p:spPr>
          <a:xfrm>
            <a:off x="1424103" y="3254393"/>
            <a:ext cx="4328997" cy="1333698"/>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viverra tellus in hac habitasse platea dictumst. Rutrum tellus pellentesque eu tincidunt tortor aliquam. Nisl suscipit adipiscing bibendum est ultricies integer quis auctor</a:t>
            </a:r>
          </a:p>
        </p:txBody>
      </p:sp>
      <p:sp>
        <p:nvSpPr>
          <p:cNvPr id="21" name="TextBox 20">
            <a:extLst>
              <a:ext uri="{FF2B5EF4-FFF2-40B4-BE49-F238E27FC236}">
                <a16:creationId xmlns:a16="http://schemas.microsoft.com/office/drawing/2014/main" id="{246F99E9-5E48-40AF-B89C-66ED80A3C1FE}"/>
              </a:ext>
            </a:extLst>
          </p:cNvPr>
          <p:cNvSpPr txBox="1"/>
          <p:nvPr/>
        </p:nvSpPr>
        <p:spPr>
          <a:xfrm>
            <a:off x="1424102" y="4661421"/>
            <a:ext cx="4328997" cy="825867"/>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viverra tellus in hac habitasse plateadictu</a:t>
            </a:r>
          </a:p>
        </p:txBody>
      </p:sp>
      <p:sp>
        <p:nvSpPr>
          <p:cNvPr id="22" name="TextBox 21">
            <a:extLst>
              <a:ext uri="{FF2B5EF4-FFF2-40B4-BE49-F238E27FC236}">
                <a16:creationId xmlns:a16="http://schemas.microsoft.com/office/drawing/2014/main" id="{85363557-6E33-4A65-809D-712A05CAE6D0}"/>
              </a:ext>
            </a:extLst>
          </p:cNvPr>
          <p:cNvSpPr txBox="1"/>
          <p:nvPr/>
        </p:nvSpPr>
        <p:spPr>
          <a:xfrm>
            <a:off x="1421097" y="1512685"/>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latin typeface="+mj-lt"/>
                <a:ea typeface="Calibri" panose="020F0502020204030204" pitchFamily="34" charset="0"/>
                <a:cs typeface="Times New Roman" panose="02020603050405020304" pitchFamily="18" charset="0"/>
              </a:rPr>
              <a:t>Our</a:t>
            </a: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 Business </a:t>
            </a:r>
            <a:r>
              <a:rPr lang="en-US" sz="3200" dirty="0">
                <a:solidFill>
                  <a:schemeClr val="accent4"/>
                </a:solidFill>
                <a:effectLst/>
                <a:latin typeface="+mj-lt"/>
                <a:ea typeface="Calibri" panose="020F0502020204030204" pitchFamily="34" charset="0"/>
                <a:cs typeface="Times New Roman" panose="02020603050405020304" pitchFamily="18" charset="0"/>
              </a:rPr>
              <a:t>Always Creative</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3BAA2868-A1C5-4AA3-83A7-B83F793BC6AE}"/>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TextBox 23">
            <a:extLst>
              <a:ext uri="{FF2B5EF4-FFF2-40B4-BE49-F238E27FC236}">
                <a16:creationId xmlns:a16="http://schemas.microsoft.com/office/drawing/2014/main" id="{2459DB1E-DD7D-4FEB-946B-3B8C08100B7C}"/>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2" name="Picture Placeholder 1">
            <a:extLst>
              <a:ext uri="{FF2B5EF4-FFF2-40B4-BE49-F238E27FC236}">
                <a16:creationId xmlns:a16="http://schemas.microsoft.com/office/drawing/2014/main" id="{890C60DA-322C-4ED5-A678-CB3602790B1F}"/>
              </a:ext>
            </a:extLst>
          </p:cNvPr>
          <p:cNvSpPr>
            <a:spLocks noGrp="1"/>
          </p:cNvSpPr>
          <p:nvPr>
            <p:ph type="pic" sz="quarter" idx="10"/>
          </p:nvPr>
        </p:nvSpPr>
        <p:spPr/>
      </p:sp>
    </p:spTree>
    <p:extLst>
      <p:ext uri="{BB962C8B-B14F-4D97-AF65-F5344CB8AC3E}">
        <p14:creationId xmlns:p14="http://schemas.microsoft.com/office/powerpoint/2010/main" val="2279418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BB9DEFB-B616-433F-AC7C-80997E6CF9CB}"/>
              </a:ext>
            </a:extLst>
          </p:cNvPr>
          <p:cNvSpPr/>
          <p:nvPr/>
        </p:nvSpPr>
        <p:spPr>
          <a:xfrm>
            <a:off x="5856242" y="3543497"/>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27" name="Rectangle 26">
            <a:extLst>
              <a:ext uri="{FF2B5EF4-FFF2-40B4-BE49-F238E27FC236}">
                <a16:creationId xmlns:a16="http://schemas.microsoft.com/office/drawing/2014/main" id="{90619948-AACD-42FF-955F-3FD43ACA9878}"/>
              </a:ext>
            </a:extLst>
          </p:cNvPr>
          <p:cNvSpPr/>
          <p:nvPr/>
        </p:nvSpPr>
        <p:spPr>
          <a:xfrm>
            <a:off x="5856242" y="3025439"/>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The Value Here</a:t>
            </a:r>
            <a:endParaRPr lang="id-ID" sz="1600" b="1" dirty="0">
              <a:solidFill>
                <a:schemeClr val="tx1">
                  <a:lumMod val="65000"/>
                  <a:lumOff val="35000"/>
                </a:schemeClr>
              </a:solidFill>
            </a:endParaRPr>
          </a:p>
        </p:txBody>
      </p:sp>
      <p:sp>
        <p:nvSpPr>
          <p:cNvPr id="28" name="Rectangle 27">
            <a:extLst>
              <a:ext uri="{FF2B5EF4-FFF2-40B4-BE49-F238E27FC236}">
                <a16:creationId xmlns:a16="http://schemas.microsoft.com/office/drawing/2014/main" id="{FE871E72-8BD6-41F9-BF4B-16E679AF0570}"/>
              </a:ext>
            </a:extLst>
          </p:cNvPr>
          <p:cNvSpPr/>
          <p:nvPr/>
        </p:nvSpPr>
        <p:spPr>
          <a:xfrm>
            <a:off x="8356197" y="3543497"/>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29" name="Rectangle 28">
            <a:extLst>
              <a:ext uri="{FF2B5EF4-FFF2-40B4-BE49-F238E27FC236}">
                <a16:creationId xmlns:a16="http://schemas.microsoft.com/office/drawing/2014/main" id="{0F59E117-DE6E-4A09-9BA9-EE570A04A01D}"/>
              </a:ext>
            </a:extLst>
          </p:cNvPr>
          <p:cNvSpPr/>
          <p:nvPr/>
        </p:nvSpPr>
        <p:spPr>
          <a:xfrm>
            <a:off x="8356197" y="3025439"/>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The Value Here</a:t>
            </a:r>
            <a:endParaRPr lang="id-ID" sz="1600" b="1" dirty="0">
              <a:solidFill>
                <a:schemeClr val="tx1">
                  <a:lumMod val="65000"/>
                  <a:lumOff val="35000"/>
                </a:schemeClr>
              </a:solidFill>
            </a:endParaRPr>
          </a:p>
        </p:txBody>
      </p:sp>
      <p:sp>
        <p:nvSpPr>
          <p:cNvPr id="30" name="Rectangle 29">
            <a:extLst>
              <a:ext uri="{FF2B5EF4-FFF2-40B4-BE49-F238E27FC236}">
                <a16:creationId xmlns:a16="http://schemas.microsoft.com/office/drawing/2014/main" id="{FA09255E-6D7C-4AA2-9E80-C5082089DF83}"/>
              </a:ext>
            </a:extLst>
          </p:cNvPr>
          <p:cNvSpPr/>
          <p:nvPr/>
        </p:nvSpPr>
        <p:spPr>
          <a:xfrm>
            <a:off x="5856242" y="5064691"/>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31" name="Rectangle 30">
            <a:extLst>
              <a:ext uri="{FF2B5EF4-FFF2-40B4-BE49-F238E27FC236}">
                <a16:creationId xmlns:a16="http://schemas.microsoft.com/office/drawing/2014/main" id="{0C90ABDE-761F-4CA0-A294-3DABCDEFBD34}"/>
              </a:ext>
            </a:extLst>
          </p:cNvPr>
          <p:cNvSpPr/>
          <p:nvPr/>
        </p:nvSpPr>
        <p:spPr>
          <a:xfrm>
            <a:off x="5856242" y="4546633"/>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The Value Here</a:t>
            </a:r>
            <a:endParaRPr lang="id-ID" sz="1600" b="1" dirty="0">
              <a:solidFill>
                <a:schemeClr val="tx1">
                  <a:lumMod val="65000"/>
                  <a:lumOff val="35000"/>
                </a:schemeClr>
              </a:solidFill>
            </a:endParaRPr>
          </a:p>
        </p:txBody>
      </p:sp>
      <p:sp>
        <p:nvSpPr>
          <p:cNvPr id="32" name="Rectangle 31">
            <a:extLst>
              <a:ext uri="{FF2B5EF4-FFF2-40B4-BE49-F238E27FC236}">
                <a16:creationId xmlns:a16="http://schemas.microsoft.com/office/drawing/2014/main" id="{D7877A3F-9140-43DB-9680-43752208B7C2}"/>
              </a:ext>
            </a:extLst>
          </p:cNvPr>
          <p:cNvSpPr/>
          <p:nvPr/>
        </p:nvSpPr>
        <p:spPr>
          <a:xfrm>
            <a:off x="8356197" y="5064691"/>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34" name="Rectangle 33">
            <a:extLst>
              <a:ext uri="{FF2B5EF4-FFF2-40B4-BE49-F238E27FC236}">
                <a16:creationId xmlns:a16="http://schemas.microsoft.com/office/drawing/2014/main" id="{193F487E-FE7A-4AF8-927E-E46553F7EE43}"/>
              </a:ext>
            </a:extLst>
          </p:cNvPr>
          <p:cNvSpPr/>
          <p:nvPr/>
        </p:nvSpPr>
        <p:spPr>
          <a:xfrm>
            <a:off x="8356197" y="4546633"/>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The Value Here</a:t>
            </a:r>
            <a:endParaRPr lang="id-ID" sz="1600" b="1" dirty="0">
              <a:solidFill>
                <a:schemeClr val="tx1">
                  <a:lumMod val="65000"/>
                  <a:lumOff val="35000"/>
                </a:schemeClr>
              </a:solidFill>
            </a:endParaRPr>
          </a:p>
        </p:txBody>
      </p:sp>
      <p:sp>
        <p:nvSpPr>
          <p:cNvPr id="38" name="TextBox 37">
            <a:extLst>
              <a:ext uri="{FF2B5EF4-FFF2-40B4-BE49-F238E27FC236}">
                <a16:creationId xmlns:a16="http://schemas.microsoft.com/office/drawing/2014/main" id="{E89CE487-FA26-471D-84DD-B00F02C3EF42}"/>
              </a:ext>
            </a:extLst>
          </p:cNvPr>
          <p:cNvSpPr txBox="1"/>
          <p:nvPr/>
        </p:nvSpPr>
        <p:spPr>
          <a:xfrm>
            <a:off x="5856242" y="3313306"/>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Of Value</a:t>
            </a:r>
            <a:endParaRPr lang="id-ID" sz="1100" b="1" dirty="0">
              <a:solidFill>
                <a:schemeClr val="tx1">
                  <a:lumMod val="50000"/>
                  <a:lumOff val="50000"/>
                </a:schemeClr>
              </a:solidFill>
              <a:effectLst/>
              <a:ea typeface="Times New Roman" panose="02020603050405020304" pitchFamily="18" charset="0"/>
            </a:endParaRPr>
          </a:p>
        </p:txBody>
      </p:sp>
      <p:sp>
        <p:nvSpPr>
          <p:cNvPr id="40" name="TextBox 39">
            <a:extLst>
              <a:ext uri="{FF2B5EF4-FFF2-40B4-BE49-F238E27FC236}">
                <a16:creationId xmlns:a16="http://schemas.microsoft.com/office/drawing/2014/main" id="{75E33206-EF75-4459-9E36-3121B347928D}"/>
              </a:ext>
            </a:extLst>
          </p:cNvPr>
          <p:cNvSpPr txBox="1"/>
          <p:nvPr/>
        </p:nvSpPr>
        <p:spPr>
          <a:xfrm>
            <a:off x="5856242" y="4826066"/>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Of Value</a:t>
            </a:r>
            <a:endParaRPr lang="id-ID" sz="1100" b="1" dirty="0">
              <a:solidFill>
                <a:schemeClr val="tx1">
                  <a:lumMod val="50000"/>
                  <a:lumOff val="50000"/>
                </a:schemeClr>
              </a:solidFill>
              <a:effectLst/>
              <a:ea typeface="Times New Roman" panose="02020603050405020304" pitchFamily="18" charset="0"/>
            </a:endParaRPr>
          </a:p>
        </p:txBody>
      </p:sp>
      <p:sp>
        <p:nvSpPr>
          <p:cNvPr id="44" name="TextBox 43">
            <a:extLst>
              <a:ext uri="{FF2B5EF4-FFF2-40B4-BE49-F238E27FC236}">
                <a16:creationId xmlns:a16="http://schemas.microsoft.com/office/drawing/2014/main" id="{09FBD1B8-2121-466A-B2E1-4E94AE4648E1}"/>
              </a:ext>
            </a:extLst>
          </p:cNvPr>
          <p:cNvSpPr txBox="1"/>
          <p:nvPr/>
        </p:nvSpPr>
        <p:spPr>
          <a:xfrm>
            <a:off x="8356197" y="3313306"/>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Of Value</a:t>
            </a:r>
            <a:endParaRPr lang="id-ID" sz="1100" b="1" dirty="0">
              <a:solidFill>
                <a:schemeClr val="tx1">
                  <a:lumMod val="50000"/>
                  <a:lumOff val="50000"/>
                </a:schemeClr>
              </a:solidFill>
              <a:effectLst/>
              <a:ea typeface="Times New Roman" panose="02020603050405020304" pitchFamily="18" charset="0"/>
            </a:endParaRPr>
          </a:p>
        </p:txBody>
      </p:sp>
      <p:sp>
        <p:nvSpPr>
          <p:cNvPr id="46" name="TextBox 45">
            <a:extLst>
              <a:ext uri="{FF2B5EF4-FFF2-40B4-BE49-F238E27FC236}">
                <a16:creationId xmlns:a16="http://schemas.microsoft.com/office/drawing/2014/main" id="{E04E6618-BB4E-473C-BB59-C14393AC8516}"/>
              </a:ext>
            </a:extLst>
          </p:cNvPr>
          <p:cNvSpPr txBox="1"/>
          <p:nvPr/>
        </p:nvSpPr>
        <p:spPr>
          <a:xfrm>
            <a:off x="8356197" y="4826066"/>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Of Value</a:t>
            </a:r>
            <a:endParaRPr lang="id-ID" sz="1100" b="1" dirty="0">
              <a:solidFill>
                <a:schemeClr val="tx1">
                  <a:lumMod val="50000"/>
                  <a:lumOff val="50000"/>
                </a:schemeClr>
              </a:solidFill>
              <a:effectLst/>
              <a:ea typeface="Times New Roman" panose="02020603050405020304" pitchFamily="18" charset="0"/>
            </a:endParaRPr>
          </a:p>
        </p:txBody>
      </p:sp>
      <p:sp>
        <p:nvSpPr>
          <p:cNvPr id="50" name="TextBox 49">
            <a:extLst>
              <a:ext uri="{FF2B5EF4-FFF2-40B4-BE49-F238E27FC236}">
                <a16:creationId xmlns:a16="http://schemas.microsoft.com/office/drawing/2014/main" id="{D41D8E1A-C607-415D-8540-CC232608B8DB}"/>
              </a:ext>
            </a:extLst>
          </p:cNvPr>
          <p:cNvSpPr txBox="1"/>
          <p:nvPr/>
        </p:nvSpPr>
        <p:spPr>
          <a:xfrm>
            <a:off x="5824159" y="1352265"/>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a:t>
            </a:r>
            <a:r>
              <a:rPr lang="en-US" sz="3200" dirty="0" err="1">
                <a:solidFill>
                  <a:schemeClr val="tx1">
                    <a:lumMod val="75000"/>
                    <a:lumOff val="25000"/>
                  </a:schemeClr>
                </a:solidFill>
                <a:effectLst/>
                <a:latin typeface="+mj-lt"/>
                <a:ea typeface="Calibri" panose="020F0502020204030204" pitchFamily="34" charset="0"/>
                <a:cs typeface="Times New Roman" panose="02020603050405020304" pitchFamily="18" charset="0"/>
              </a:rPr>
              <a:t>Cinamo</a:t>
            </a: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 </a:t>
            </a:r>
            <a:r>
              <a:rPr lang="en-US" sz="3200" dirty="0">
                <a:solidFill>
                  <a:schemeClr val="accent4"/>
                </a:solidFill>
                <a:effectLst/>
                <a:latin typeface="+mj-lt"/>
                <a:ea typeface="Calibri" panose="020F0502020204030204" pitchFamily="34" charset="0"/>
                <a:cs typeface="Times New Roman" panose="02020603050405020304" pitchFamily="18" charset="0"/>
              </a:rPr>
              <a:t>Program Value</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51" name="Rectangle 50">
            <a:extLst>
              <a:ext uri="{FF2B5EF4-FFF2-40B4-BE49-F238E27FC236}">
                <a16:creationId xmlns:a16="http://schemas.microsoft.com/office/drawing/2014/main" id="{DDF31A47-691E-4D36-B321-FAC6666FC048}"/>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2" name="TextBox 51">
            <a:extLst>
              <a:ext uri="{FF2B5EF4-FFF2-40B4-BE49-F238E27FC236}">
                <a16:creationId xmlns:a16="http://schemas.microsoft.com/office/drawing/2014/main" id="{0C9313B0-0D93-45B7-AA7E-57D5A10A3C07}"/>
              </a:ext>
            </a:extLst>
          </p:cNvPr>
          <p:cNvSpPr txBox="1"/>
          <p:nvPr/>
        </p:nvSpPr>
        <p:spPr>
          <a:xfrm>
            <a:off x="11255843" y="5578639"/>
            <a:ext cx="502061" cy="769441"/>
          </a:xfrm>
          <a:prstGeom prst="rect">
            <a:avLst/>
          </a:prstGeom>
          <a:noFill/>
        </p:spPr>
        <p:txBody>
          <a:bodyPr wrap="none" rtlCol="0">
            <a:spAutoFit/>
          </a:bodyPr>
          <a:lstStyle/>
          <a:p>
            <a:pPr algn="r"/>
            <a:fld id="{0A05DCDB-5849-4A92-B715-72B5EC440DF0}" type="slidenum">
              <a:rPr lang="en-ID" sz="4400" smtClean="0">
                <a:solidFill>
                  <a:schemeClr val="bg1">
                    <a:lumMod val="95000"/>
                  </a:schemeClr>
                </a:solidFill>
              </a:rPr>
              <a:pPr algn="r"/>
              <a:t>9</a:t>
            </a:fld>
            <a:endParaRPr lang="en-ID" sz="4400" dirty="0">
              <a:solidFill>
                <a:schemeClr val="bg1">
                  <a:lumMod val="95000"/>
                </a:schemeClr>
              </a:solidFill>
            </a:endParaRPr>
          </a:p>
        </p:txBody>
      </p:sp>
      <p:sp>
        <p:nvSpPr>
          <p:cNvPr id="2" name="Picture Placeholder 1">
            <a:extLst>
              <a:ext uri="{FF2B5EF4-FFF2-40B4-BE49-F238E27FC236}">
                <a16:creationId xmlns:a16="http://schemas.microsoft.com/office/drawing/2014/main" id="{0732C9CB-3C67-4C96-BE9A-499A367C4C03}"/>
              </a:ext>
            </a:extLst>
          </p:cNvPr>
          <p:cNvSpPr>
            <a:spLocks noGrp="1"/>
          </p:cNvSpPr>
          <p:nvPr>
            <p:ph type="pic" sz="quarter" idx="10"/>
          </p:nvPr>
        </p:nvSpPr>
        <p:spPr/>
      </p:sp>
    </p:spTree>
    <p:extLst>
      <p:ext uri="{BB962C8B-B14F-4D97-AF65-F5344CB8AC3E}">
        <p14:creationId xmlns:p14="http://schemas.microsoft.com/office/powerpoint/2010/main" val="3299878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C77856CD-2E20-4897-A215-CA14F779122B}"/>
              </a:ext>
            </a:extLst>
          </p:cNvPr>
          <p:cNvSpPr txBox="1"/>
          <p:nvPr/>
        </p:nvSpPr>
        <p:spPr>
          <a:xfrm>
            <a:off x="941586" y="4831215"/>
            <a:ext cx="3408082" cy="571951"/>
          </a:xfrm>
          <a:prstGeom prst="rect">
            <a:avLst/>
          </a:prstGeom>
          <a:noFill/>
        </p:spPr>
        <p:txBody>
          <a:bodyPr wrap="square">
            <a:spAutoFit/>
          </a:bodyPr>
          <a:lstStyle/>
          <a:p>
            <a:pPr marL="0" marR="0" algn="ctr">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a:t>
            </a:r>
          </a:p>
        </p:txBody>
      </p:sp>
      <p:sp>
        <p:nvSpPr>
          <p:cNvPr id="23" name="TextBox 22">
            <a:extLst>
              <a:ext uri="{FF2B5EF4-FFF2-40B4-BE49-F238E27FC236}">
                <a16:creationId xmlns:a16="http://schemas.microsoft.com/office/drawing/2014/main" id="{CA4F3F7F-823C-4BFD-81F5-8A3CC7E87116}"/>
              </a:ext>
            </a:extLst>
          </p:cNvPr>
          <p:cNvSpPr txBox="1"/>
          <p:nvPr/>
        </p:nvSpPr>
        <p:spPr>
          <a:xfrm>
            <a:off x="1069127" y="4259314"/>
            <a:ext cx="3153000" cy="420628"/>
          </a:xfrm>
          <a:prstGeom prst="rect">
            <a:avLst/>
          </a:prstGeom>
          <a:noFill/>
        </p:spPr>
        <p:txBody>
          <a:bodyPr wrap="square">
            <a:spAutoFit/>
          </a:bodyPr>
          <a:lstStyle/>
          <a:p>
            <a:pPr marL="0" marR="0" algn="ctr">
              <a:lnSpc>
                <a:spcPct val="150000"/>
              </a:lnSpc>
              <a:spcBef>
                <a:spcPts val="1800"/>
              </a:spcBef>
              <a:spcAft>
                <a:spcPts val="1800"/>
              </a:spcAft>
            </a:pPr>
            <a:r>
              <a:rPr lang="id-ID" sz="1600" b="1" dirty="0">
                <a:solidFill>
                  <a:schemeClr val="tx1">
                    <a:lumMod val="65000"/>
                    <a:lumOff val="35000"/>
                  </a:schemeClr>
                </a:solidFill>
                <a:effectLst/>
                <a:ea typeface="Times New Roman" panose="02020603050405020304" pitchFamily="18" charset="0"/>
              </a:rPr>
              <a:t>Alaric Thomas</a:t>
            </a:r>
          </a:p>
        </p:txBody>
      </p:sp>
      <p:sp>
        <p:nvSpPr>
          <p:cNvPr id="24" name="TextBox 23">
            <a:extLst>
              <a:ext uri="{FF2B5EF4-FFF2-40B4-BE49-F238E27FC236}">
                <a16:creationId xmlns:a16="http://schemas.microsoft.com/office/drawing/2014/main" id="{3A20E00B-8A92-4115-BF3E-C7ACA1AB561D}"/>
              </a:ext>
            </a:extLst>
          </p:cNvPr>
          <p:cNvSpPr txBox="1"/>
          <p:nvPr/>
        </p:nvSpPr>
        <p:spPr>
          <a:xfrm>
            <a:off x="1069127" y="4565642"/>
            <a:ext cx="3153000" cy="318036"/>
          </a:xfrm>
          <a:prstGeom prst="rect">
            <a:avLst/>
          </a:prstGeom>
          <a:noFill/>
        </p:spPr>
        <p:txBody>
          <a:bodyPr wrap="square">
            <a:spAutoFit/>
          </a:bodyPr>
          <a:lstStyle/>
          <a:p>
            <a:pPr marL="0" marR="0" algn="ctr">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The </a:t>
            </a:r>
            <a:r>
              <a:rPr lang="en-US" sz="1100" b="1" dirty="0" err="1">
                <a:solidFill>
                  <a:schemeClr val="tx1">
                    <a:lumMod val="50000"/>
                    <a:lumOff val="50000"/>
                  </a:schemeClr>
                </a:solidFill>
                <a:effectLst/>
                <a:ea typeface="Times New Roman" panose="02020603050405020304" pitchFamily="18" charset="0"/>
              </a:rPr>
              <a:t>Cinamo</a:t>
            </a:r>
            <a:r>
              <a:rPr lang="en-US" sz="1100" b="1" dirty="0">
                <a:solidFill>
                  <a:schemeClr val="tx1">
                    <a:lumMod val="50000"/>
                    <a:lumOff val="50000"/>
                  </a:schemeClr>
                </a:solidFill>
                <a:effectLst/>
                <a:ea typeface="Times New Roman" panose="02020603050405020304" pitchFamily="18" charset="0"/>
              </a:rPr>
              <a:t> </a:t>
            </a:r>
            <a:r>
              <a:rPr lang="id-ID" sz="1100" b="1" dirty="0">
                <a:solidFill>
                  <a:schemeClr val="tx1">
                    <a:lumMod val="50000"/>
                    <a:lumOff val="50000"/>
                  </a:schemeClr>
                </a:solidFill>
                <a:effectLst/>
                <a:ea typeface="Times New Roman" panose="02020603050405020304" pitchFamily="18" charset="0"/>
              </a:rPr>
              <a:t>Investor</a:t>
            </a:r>
          </a:p>
        </p:txBody>
      </p:sp>
      <p:sp>
        <p:nvSpPr>
          <p:cNvPr id="27" name="TextBox 26">
            <a:extLst>
              <a:ext uri="{FF2B5EF4-FFF2-40B4-BE49-F238E27FC236}">
                <a16:creationId xmlns:a16="http://schemas.microsoft.com/office/drawing/2014/main" id="{0DD92A27-B180-4C79-BCA6-DA3AF0EEC1DB}"/>
              </a:ext>
            </a:extLst>
          </p:cNvPr>
          <p:cNvSpPr txBox="1"/>
          <p:nvPr/>
        </p:nvSpPr>
        <p:spPr>
          <a:xfrm>
            <a:off x="7872298" y="4831215"/>
            <a:ext cx="3386252" cy="571951"/>
          </a:xfrm>
          <a:prstGeom prst="rect">
            <a:avLst/>
          </a:prstGeom>
          <a:noFill/>
        </p:spPr>
        <p:txBody>
          <a:bodyPr wrap="square">
            <a:spAutoFit/>
          </a:bodyPr>
          <a:lstStyle/>
          <a:p>
            <a:pPr marL="0" marR="0" algn="ctr">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a:t>
            </a:r>
          </a:p>
        </p:txBody>
      </p:sp>
      <p:sp>
        <p:nvSpPr>
          <p:cNvPr id="28" name="TextBox 27">
            <a:extLst>
              <a:ext uri="{FF2B5EF4-FFF2-40B4-BE49-F238E27FC236}">
                <a16:creationId xmlns:a16="http://schemas.microsoft.com/office/drawing/2014/main" id="{6F0485D4-AD35-4C9E-A309-2DF1E866D7B7}"/>
              </a:ext>
            </a:extLst>
          </p:cNvPr>
          <p:cNvSpPr txBox="1"/>
          <p:nvPr/>
        </p:nvSpPr>
        <p:spPr>
          <a:xfrm>
            <a:off x="7999022" y="4259314"/>
            <a:ext cx="3132804" cy="420628"/>
          </a:xfrm>
          <a:prstGeom prst="rect">
            <a:avLst/>
          </a:prstGeom>
          <a:noFill/>
        </p:spPr>
        <p:txBody>
          <a:bodyPr wrap="square">
            <a:spAutoFit/>
          </a:bodyPr>
          <a:lstStyle/>
          <a:p>
            <a:pPr marL="0" marR="0" algn="ctr">
              <a:lnSpc>
                <a:spcPct val="150000"/>
              </a:lnSpc>
              <a:spcBef>
                <a:spcPts val="1800"/>
              </a:spcBef>
              <a:spcAft>
                <a:spcPts val="1800"/>
              </a:spcAft>
            </a:pPr>
            <a:r>
              <a:rPr lang="id-ID" sz="1600" b="1" dirty="0">
                <a:solidFill>
                  <a:schemeClr val="tx1">
                    <a:lumMod val="65000"/>
                    <a:lumOff val="35000"/>
                  </a:schemeClr>
                </a:solidFill>
                <a:effectLst/>
                <a:ea typeface="Times New Roman" panose="02020603050405020304" pitchFamily="18" charset="0"/>
              </a:rPr>
              <a:t>George Dune</a:t>
            </a:r>
          </a:p>
        </p:txBody>
      </p:sp>
      <p:sp>
        <p:nvSpPr>
          <p:cNvPr id="29" name="TextBox 28">
            <a:extLst>
              <a:ext uri="{FF2B5EF4-FFF2-40B4-BE49-F238E27FC236}">
                <a16:creationId xmlns:a16="http://schemas.microsoft.com/office/drawing/2014/main" id="{328F5D74-9A7B-46AB-94B9-B5C1B0953965}"/>
              </a:ext>
            </a:extLst>
          </p:cNvPr>
          <p:cNvSpPr txBox="1"/>
          <p:nvPr/>
        </p:nvSpPr>
        <p:spPr>
          <a:xfrm>
            <a:off x="7999022" y="4565642"/>
            <a:ext cx="3132804" cy="318036"/>
          </a:xfrm>
          <a:prstGeom prst="rect">
            <a:avLst/>
          </a:prstGeom>
          <a:noFill/>
        </p:spPr>
        <p:txBody>
          <a:bodyPr wrap="square">
            <a:spAutoFit/>
          </a:bodyPr>
          <a:lstStyle/>
          <a:p>
            <a:pPr marL="0" marR="0" algn="ctr">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The </a:t>
            </a:r>
            <a:r>
              <a:rPr lang="en-US" sz="1100" b="1" dirty="0" err="1">
                <a:solidFill>
                  <a:schemeClr val="tx1">
                    <a:lumMod val="50000"/>
                    <a:lumOff val="50000"/>
                  </a:schemeClr>
                </a:solidFill>
                <a:effectLst/>
                <a:ea typeface="Times New Roman" panose="02020603050405020304" pitchFamily="18" charset="0"/>
              </a:rPr>
              <a:t>Cinamo</a:t>
            </a:r>
            <a:r>
              <a:rPr lang="id-ID" sz="1100" b="1" dirty="0">
                <a:solidFill>
                  <a:schemeClr val="tx1">
                    <a:lumMod val="50000"/>
                    <a:lumOff val="50000"/>
                  </a:schemeClr>
                </a:solidFill>
                <a:effectLst/>
                <a:ea typeface="Times New Roman" panose="02020603050405020304" pitchFamily="18" charset="0"/>
              </a:rPr>
              <a:t> </a:t>
            </a:r>
            <a:r>
              <a:rPr lang="en-US" sz="1100" b="1" dirty="0">
                <a:solidFill>
                  <a:schemeClr val="tx1">
                    <a:lumMod val="50000"/>
                    <a:lumOff val="50000"/>
                  </a:schemeClr>
                </a:solidFill>
                <a:ea typeface="Times New Roman" panose="02020603050405020304" pitchFamily="18" charset="0"/>
              </a:rPr>
              <a:t>M</a:t>
            </a:r>
            <a:r>
              <a:rPr lang="en-US" sz="1100" b="1" dirty="0">
                <a:solidFill>
                  <a:schemeClr val="tx1">
                    <a:lumMod val="50000"/>
                    <a:lumOff val="50000"/>
                  </a:schemeClr>
                </a:solidFill>
                <a:effectLst/>
                <a:ea typeface="Times New Roman" panose="02020603050405020304" pitchFamily="18" charset="0"/>
              </a:rPr>
              <a:t>arketer</a:t>
            </a:r>
            <a:endParaRPr lang="id-ID" sz="1100" b="1" dirty="0">
              <a:solidFill>
                <a:schemeClr val="tx1">
                  <a:lumMod val="50000"/>
                  <a:lumOff val="50000"/>
                </a:schemeClr>
              </a:solidFill>
              <a:effectLst/>
              <a:ea typeface="Times New Roman" panose="02020603050405020304" pitchFamily="18" charset="0"/>
            </a:endParaRPr>
          </a:p>
        </p:txBody>
      </p:sp>
      <p:sp>
        <p:nvSpPr>
          <p:cNvPr id="31" name="TextBox 30">
            <a:extLst>
              <a:ext uri="{FF2B5EF4-FFF2-40B4-BE49-F238E27FC236}">
                <a16:creationId xmlns:a16="http://schemas.microsoft.com/office/drawing/2014/main" id="{E7234B0B-4E5D-44D6-8F11-9F828DC18191}"/>
              </a:ext>
            </a:extLst>
          </p:cNvPr>
          <p:cNvSpPr txBox="1"/>
          <p:nvPr/>
        </p:nvSpPr>
        <p:spPr>
          <a:xfrm>
            <a:off x="4391959" y="4831215"/>
            <a:ext cx="3408082" cy="571951"/>
          </a:xfrm>
          <a:prstGeom prst="rect">
            <a:avLst/>
          </a:prstGeom>
          <a:noFill/>
        </p:spPr>
        <p:txBody>
          <a:bodyPr wrap="square">
            <a:spAutoFit/>
          </a:bodyPr>
          <a:lstStyle/>
          <a:p>
            <a:pPr marL="0" marR="0" algn="ctr">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a:t>
            </a:r>
          </a:p>
        </p:txBody>
      </p:sp>
      <p:sp>
        <p:nvSpPr>
          <p:cNvPr id="32" name="TextBox 31">
            <a:extLst>
              <a:ext uri="{FF2B5EF4-FFF2-40B4-BE49-F238E27FC236}">
                <a16:creationId xmlns:a16="http://schemas.microsoft.com/office/drawing/2014/main" id="{3D50A3A2-4045-46FB-B499-6ACCC061EBC1}"/>
              </a:ext>
            </a:extLst>
          </p:cNvPr>
          <p:cNvSpPr txBox="1"/>
          <p:nvPr/>
        </p:nvSpPr>
        <p:spPr>
          <a:xfrm>
            <a:off x="4519500" y="4259314"/>
            <a:ext cx="3153000" cy="420628"/>
          </a:xfrm>
          <a:prstGeom prst="rect">
            <a:avLst/>
          </a:prstGeom>
          <a:noFill/>
        </p:spPr>
        <p:txBody>
          <a:bodyPr wrap="square">
            <a:spAutoFit/>
          </a:bodyPr>
          <a:lstStyle/>
          <a:p>
            <a:pPr marL="0" marR="0" algn="ctr">
              <a:lnSpc>
                <a:spcPct val="150000"/>
              </a:lnSpc>
              <a:spcBef>
                <a:spcPts val="1800"/>
              </a:spcBef>
              <a:spcAft>
                <a:spcPts val="1800"/>
              </a:spcAft>
            </a:pPr>
            <a:r>
              <a:rPr lang="id-ID" sz="1600" b="1" dirty="0">
                <a:solidFill>
                  <a:schemeClr val="tx1">
                    <a:lumMod val="65000"/>
                    <a:lumOff val="35000"/>
                  </a:schemeClr>
                </a:solidFill>
                <a:effectLst/>
                <a:ea typeface="Times New Roman" panose="02020603050405020304" pitchFamily="18" charset="0"/>
              </a:rPr>
              <a:t>Patric River</a:t>
            </a:r>
          </a:p>
        </p:txBody>
      </p:sp>
      <p:sp>
        <p:nvSpPr>
          <p:cNvPr id="33" name="TextBox 32">
            <a:extLst>
              <a:ext uri="{FF2B5EF4-FFF2-40B4-BE49-F238E27FC236}">
                <a16:creationId xmlns:a16="http://schemas.microsoft.com/office/drawing/2014/main" id="{4403B7F5-4F81-4937-91CC-9DF4D16EE906}"/>
              </a:ext>
            </a:extLst>
          </p:cNvPr>
          <p:cNvSpPr txBox="1"/>
          <p:nvPr/>
        </p:nvSpPr>
        <p:spPr>
          <a:xfrm>
            <a:off x="4519500" y="4565642"/>
            <a:ext cx="3153000" cy="318036"/>
          </a:xfrm>
          <a:prstGeom prst="rect">
            <a:avLst/>
          </a:prstGeom>
          <a:noFill/>
        </p:spPr>
        <p:txBody>
          <a:bodyPr wrap="square">
            <a:spAutoFit/>
          </a:bodyPr>
          <a:lstStyle/>
          <a:p>
            <a:pPr marL="0" marR="0" algn="ctr">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The Ceo Of </a:t>
            </a:r>
            <a:r>
              <a:rPr lang="en-US" sz="1100" b="1" dirty="0" err="1">
                <a:solidFill>
                  <a:schemeClr val="tx1">
                    <a:lumMod val="50000"/>
                    <a:lumOff val="50000"/>
                  </a:schemeClr>
                </a:solidFill>
                <a:effectLst/>
                <a:ea typeface="Times New Roman" panose="02020603050405020304" pitchFamily="18" charset="0"/>
              </a:rPr>
              <a:t>Cinamo</a:t>
            </a:r>
            <a:endParaRPr lang="id-ID" sz="1100" b="1" dirty="0">
              <a:solidFill>
                <a:schemeClr val="tx1">
                  <a:lumMod val="50000"/>
                  <a:lumOff val="50000"/>
                </a:schemeClr>
              </a:solidFill>
              <a:effectLst/>
              <a:ea typeface="Times New Roman" panose="02020603050405020304" pitchFamily="18" charset="0"/>
            </a:endParaRPr>
          </a:p>
        </p:txBody>
      </p:sp>
      <p:sp>
        <p:nvSpPr>
          <p:cNvPr id="34" name="Rectangle 33">
            <a:extLst>
              <a:ext uri="{FF2B5EF4-FFF2-40B4-BE49-F238E27FC236}">
                <a16:creationId xmlns:a16="http://schemas.microsoft.com/office/drawing/2014/main" id="{EACBE0BA-506D-4498-8B07-2C40A5587072}"/>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5" name="Rectangle 34">
            <a:extLst>
              <a:ext uri="{FF2B5EF4-FFF2-40B4-BE49-F238E27FC236}">
                <a16:creationId xmlns:a16="http://schemas.microsoft.com/office/drawing/2014/main" id="{C053101C-D5C8-45AF-8BC0-0458E9F7EC92}"/>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6" name="TextBox 35">
            <a:extLst>
              <a:ext uri="{FF2B5EF4-FFF2-40B4-BE49-F238E27FC236}">
                <a16:creationId xmlns:a16="http://schemas.microsoft.com/office/drawing/2014/main" id="{71CDDFD3-659D-493F-806D-6DCB794CFCE5}"/>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10</a:t>
            </a:fld>
            <a:endParaRPr lang="en-ID" sz="4400" dirty="0">
              <a:solidFill>
                <a:schemeClr val="bg1">
                  <a:lumMod val="95000"/>
                </a:schemeClr>
              </a:solidFill>
            </a:endParaRPr>
          </a:p>
        </p:txBody>
      </p:sp>
      <p:sp>
        <p:nvSpPr>
          <p:cNvPr id="37" name="TextBox 36">
            <a:extLst>
              <a:ext uri="{FF2B5EF4-FFF2-40B4-BE49-F238E27FC236}">
                <a16:creationId xmlns:a16="http://schemas.microsoft.com/office/drawing/2014/main" id="{41638B14-C3D6-47E6-B715-0266F4AA1BFC}"/>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38" name="TextBox 37">
            <a:extLst>
              <a:ext uri="{FF2B5EF4-FFF2-40B4-BE49-F238E27FC236}">
                <a16:creationId xmlns:a16="http://schemas.microsoft.com/office/drawing/2014/main" id="{EE08B46A-F037-45A2-836C-62EE86D427E7}"/>
              </a:ext>
            </a:extLst>
          </p:cNvPr>
          <p:cNvSpPr txBox="1"/>
          <p:nvPr/>
        </p:nvSpPr>
        <p:spPr>
          <a:xfrm>
            <a:off x="4352106" y="836583"/>
            <a:ext cx="3487788" cy="584775"/>
          </a:xfrm>
          <a:prstGeom prst="rect">
            <a:avLst/>
          </a:prstGeom>
          <a:noFill/>
        </p:spPr>
        <p:txBody>
          <a:bodyPr wrap="square">
            <a:spAutoFit/>
          </a:bodyPr>
          <a:lstStyle/>
          <a:p>
            <a:pPr marL="0" marR="0" algn="ctr">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Meet </a:t>
            </a:r>
            <a:r>
              <a:rPr lang="en-US" sz="3200" dirty="0">
                <a:solidFill>
                  <a:schemeClr val="accent4"/>
                </a:solidFill>
                <a:effectLst/>
                <a:latin typeface="+mj-lt"/>
                <a:ea typeface="Calibri" panose="020F0502020204030204" pitchFamily="34" charset="0"/>
                <a:cs typeface="Times New Roman" panose="02020603050405020304" pitchFamily="18" charset="0"/>
              </a:rPr>
              <a:t>Our Team</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41B23F34-93AF-45E7-A97F-BC669C297A72}"/>
              </a:ext>
            </a:extLst>
          </p:cNvPr>
          <p:cNvSpPr>
            <a:spLocks noGrp="1"/>
          </p:cNvSpPr>
          <p:nvPr>
            <p:ph type="pic" sz="quarter" idx="10"/>
          </p:nvPr>
        </p:nvSpPr>
        <p:spPr/>
      </p:sp>
      <p:sp>
        <p:nvSpPr>
          <p:cNvPr id="3" name="Picture Placeholder 2">
            <a:extLst>
              <a:ext uri="{FF2B5EF4-FFF2-40B4-BE49-F238E27FC236}">
                <a16:creationId xmlns:a16="http://schemas.microsoft.com/office/drawing/2014/main" id="{F0C85D9E-8FD2-49B0-BC16-88F1CA7EAD98}"/>
              </a:ext>
            </a:extLst>
          </p:cNvPr>
          <p:cNvSpPr>
            <a:spLocks noGrp="1"/>
          </p:cNvSpPr>
          <p:nvPr>
            <p:ph type="pic" sz="quarter" idx="11"/>
          </p:nvPr>
        </p:nvSpPr>
        <p:spPr/>
      </p:sp>
      <p:sp>
        <p:nvSpPr>
          <p:cNvPr id="4" name="Picture Placeholder 3">
            <a:extLst>
              <a:ext uri="{FF2B5EF4-FFF2-40B4-BE49-F238E27FC236}">
                <a16:creationId xmlns:a16="http://schemas.microsoft.com/office/drawing/2014/main" id="{A217F27A-78BE-4C8F-861D-8435F36621C9}"/>
              </a:ext>
            </a:extLst>
          </p:cNvPr>
          <p:cNvSpPr>
            <a:spLocks noGrp="1"/>
          </p:cNvSpPr>
          <p:nvPr>
            <p:ph type="pic" sz="quarter" idx="12"/>
          </p:nvPr>
        </p:nvSpPr>
        <p:spPr/>
      </p:sp>
    </p:spTree>
    <p:extLst>
      <p:ext uri="{BB962C8B-B14F-4D97-AF65-F5344CB8AC3E}">
        <p14:creationId xmlns:p14="http://schemas.microsoft.com/office/powerpoint/2010/main" val="35846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4D39F1-5451-4BE4-AAF3-ABEA1CA5E512}"/>
              </a:ext>
            </a:extLst>
          </p:cNvPr>
          <p:cNvSpPr/>
          <p:nvPr/>
        </p:nvSpPr>
        <p:spPr>
          <a:xfrm>
            <a:off x="6050788" y="3633537"/>
            <a:ext cx="4704960" cy="615553"/>
          </a:xfrm>
          <a:prstGeom prst="rect">
            <a:avLst/>
          </a:prstGeom>
          <a:noFill/>
        </p:spPr>
        <p:txBody>
          <a:bodyPr wrap="square">
            <a:spAutoFit/>
          </a:bodyPr>
          <a:lstStyle/>
          <a:p>
            <a:pPr algn="just">
              <a:lnSpc>
                <a:spcPct val="150000"/>
              </a:lnSpc>
            </a:pPr>
            <a:r>
              <a:rPr lang="id-ID" sz="1200" dirty="0">
                <a:solidFill>
                  <a:schemeClr val="tx1">
                    <a:lumMod val="50000"/>
                    <a:lumOff val="50000"/>
                  </a:schemeClr>
                </a:solidFill>
                <a:effectLst/>
                <a:ea typeface="Times New Roman" panose="02020603050405020304" pitchFamily="18" charset="0"/>
              </a:rPr>
              <a:t>Aliquet nibh praesent tristique magna sit amet. Risus pretium qua  vulputate dignissim. Enim nec dui nunc mattis enim ut tellus elilasi</a:t>
            </a:r>
            <a:endParaRPr lang="id-ID" sz="1200" dirty="0">
              <a:solidFill>
                <a:schemeClr val="tx1">
                  <a:lumMod val="50000"/>
                  <a:lumOff val="50000"/>
                </a:schemeClr>
              </a:solidFill>
            </a:endParaRPr>
          </a:p>
        </p:txBody>
      </p:sp>
      <p:sp>
        <p:nvSpPr>
          <p:cNvPr id="8" name="Rectangle 7">
            <a:extLst>
              <a:ext uri="{FF2B5EF4-FFF2-40B4-BE49-F238E27FC236}">
                <a16:creationId xmlns:a16="http://schemas.microsoft.com/office/drawing/2014/main" id="{BA16C0EB-46A0-4DBD-A240-C75528F987CE}"/>
              </a:ext>
            </a:extLst>
          </p:cNvPr>
          <p:cNvSpPr/>
          <p:nvPr/>
        </p:nvSpPr>
        <p:spPr>
          <a:xfrm>
            <a:off x="6143487" y="4782280"/>
            <a:ext cx="4023360" cy="914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50000"/>
                  <a:lumOff val="50000"/>
                </a:schemeClr>
              </a:solidFill>
            </a:endParaRPr>
          </a:p>
        </p:txBody>
      </p:sp>
      <p:sp>
        <p:nvSpPr>
          <p:cNvPr id="9" name="Rectangle 8">
            <a:extLst>
              <a:ext uri="{FF2B5EF4-FFF2-40B4-BE49-F238E27FC236}">
                <a16:creationId xmlns:a16="http://schemas.microsoft.com/office/drawing/2014/main" id="{A6C01548-7227-4C8B-A6EF-4BDFE98F3CCC}"/>
              </a:ext>
            </a:extLst>
          </p:cNvPr>
          <p:cNvSpPr/>
          <p:nvPr/>
        </p:nvSpPr>
        <p:spPr>
          <a:xfrm>
            <a:off x="6143488" y="4782280"/>
            <a:ext cx="3566160" cy="91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50000"/>
                  <a:lumOff val="50000"/>
                </a:schemeClr>
              </a:solidFill>
            </a:endParaRPr>
          </a:p>
        </p:txBody>
      </p:sp>
      <p:sp>
        <p:nvSpPr>
          <p:cNvPr id="10" name="TextBox 9">
            <a:extLst>
              <a:ext uri="{FF2B5EF4-FFF2-40B4-BE49-F238E27FC236}">
                <a16:creationId xmlns:a16="http://schemas.microsoft.com/office/drawing/2014/main" id="{08A9A2C9-E9F6-423D-B400-E23649267353}"/>
              </a:ext>
            </a:extLst>
          </p:cNvPr>
          <p:cNvSpPr txBox="1"/>
          <p:nvPr/>
        </p:nvSpPr>
        <p:spPr>
          <a:xfrm flipH="1">
            <a:off x="10394247" y="4662793"/>
            <a:ext cx="457200"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ID" sz="1200" dirty="0">
                <a:solidFill>
                  <a:schemeClr val="tx1">
                    <a:lumMod val="50000"/>
                    <a:lumOff val="50000"/>
                  </a:schemeClr>
                </a:solidFill>
                <a:ea typeface="Lato Medium" panose="020F0502020204030203" pitchFamily="34" charset="0"/>
                <a:cs typeface="Lato Medium" panose="020F0502020204030203" pitchFamily="34" charset="0"/>
              </a:rPr>
              <a:t>90%</a:t>
            </a:r>
            <a:endParaRPr lang="en-US" sz="1200" dirty="0">
              <a:solidFill>
                <a:schemeClr val="tx1">
                  <a:lumMod val="50000"/>
                  <a:lumOff val="50000"/>
                </a:schemeClr>
              </a:solidFill>
              <a:ea typeface="Lato Medium" panose="020F0502020204030203" pitchFamily="34" charset="0"/>
              <a:cs typeface="Lato Medium" panose="020F0502020204030203" pitchFamily="34" charset="0"/>
            </a:endParaRPr>
          </a:p>
        </p:txBody>
      </p:sp>
      <p:sp>
        <p:nvSpPr>
          <p:cNvPr id="11" name="TextBox 10">
            <a:extLst>
              <a:ext uri="{FF2B5EF4-FFF2-40B4-BE49-F238E27FC236}">
                <a16:creationId xmlns:a16="http://schemas.microsoft.com/office/drawing/2014/main" id="{177E1AFB-BFE7-4938-A32D-9C26F126D5BD}"/>
              </a:ext>
            </a:extLst>
          </p:cNvPr>
          <p:cNvSpPr txBox="1"/>
          <p:nvPr/>
        </p:nvSpPr>
        <p:spPr>
          <a:xfrm flipH="1">
            <a:off x="6147300" y="4458809"/>
            <a:ext cx="1923242"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id-ID" sz="1200" i="1" dirty="0">
                <a:solidFill>
                  <a:schemeClr val="tx1">
                    <a:lumMod val="50000"/>
                    <a:lumOff val="50000"/>
                  </a:schemeClr>
                </a:solidFill>
                <a:ea typeface="Lato Medium" panose="020F0502020204030203" pitchFamily="34" charset="0"/>
                <a:cs typeface="Lato Medium" panose="020F0502020204030203" pitchFamily="34" charset="0"/>
              </a:rPr>
              <a:t>Type Your Skill Here</a:t>
            </a:r>
            <a:endParaRPr lang="en-US" sz="1200" i="1" dirty="0">
              <a:solidFill>
                <a:schemeClr val="tx1">
                  <a:lumMod val="50000"/>
                  <a:lumOff val="50000"/>
                </a:schemeClr>
              </a:solidFill>
              <a:ea typeface="Lato Medium" panose="020F0502020204030203" pitchFamily="34" charset="0"/>
              <a:cs typeface="Lato Medium" panose="020F0502020204030203" pitchFamily="34" charset="0"/>
            </a:endParaRPr>
          </a:p>
        </p:txBody>
      </p:sp>
      <p:sp>
        <p:nvSpPr>
          <p:cNvPr id="12" name="Rectangle 11">
            <a:extLst>
              <a:ext uri="{FF2B5EF4-FFF2-40B4-BE49-F238E27FC236}">
                <a16:creationId xmlns:a16="http://schemas.microsoft.com/office/drawing/2014/main" id="{B109A901-1044-4F23-8E48-7AFA76EF6BDA}"/>
              </a:ext>
            </a:extLst>
          </p:cNvPr>
          <p:cNvSpPr/>
          <p:nvPr/>
        </p:nvSpPr>
        <p:spPr>
          <a:xfrm>
            <a:off x="6143487" y="5360821"/>
            <a:ext cx="4023360" cy="914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50000"/>
                  <a:lumOff val="50000"/>
                </a:schemeClr>
              </a:solidFill>
            </a:endParaRPr>
          </a:p>
        </p:txBody>
      </p:sp>
      <p:sp>
        <p:nvSpPr>
          <p:cNvPr id="13" name="Rectangle 12">
            <a:extLst>
              <a:ext uri="{FF2B5EF4-FFF2-40B4-BE49-F238E27FC236}">
                <a16:creationId xmlns:a16="http://schemas.microsoft.com/office/drawing/2014/main" id="{1C935306-22F6-4459-B619-EBFF40772F55}"/>
              </a:ext>
            </a:extLst>
          </p:cNvPr>
          <p:cNvSpPr/>
          <p:nvPr/>
        </p:nvSpPr>
        <p:spPr>
          <a:xfrm>
            <a:off x="6143488" y="5360821"/>
            <a:ext cx="3291840" cy="91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50000"/>
                  <a:lumOff val="50000"/>
                </a:schemeClr>
              </a:solidFill>
            </a:endParaRPr>
          </a:p>
        </p:txBody>
      </p:sp>
      <p:sp>
        <p:nvSpPr>
          <p:cNvPr id="14" name="TextBox 13">
            <a:extLst>
              <a:ext uri="{FF2B5EF4-FFF2-40B4-BE49-F238E27FC236}">
                <a16:creationId xmlns:a16="http://schemas.microsoft.com/office/drawing/2014/main" id="{2661690B-8C8C-49FA-9A53-7446EF81B1CF}"/>
              </a:ext>
            </a:extLst>
          </p:cNvPr>
          <p:cNvSpPr txBox="1"/>
          <p:nvPr/>
        </p:nvSpPr>
        <p:spPr>
          <a:xfrm flipH="1">
            <a:off x="10394247" y="5241334"/>
            <a:ext cx="457200"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id-ID" sz="1200" dirty="0">
                <a:solidFill>
                  <a:schemeClr val="tx1">
                    <a:lumMod val="50000"/>
                    <a:lumOff val="50000"/>
                  </a:schemeClr>
                </a:solidFill>
                <a:ea typeface="Lato Medium" panose="020F0502020204030203" pitchFamily="34" charset="0"/>
                <a:cs typeface="Lato Medium" panose="020F0502020204030203" pitchFamily="34" charset="0"/>
              </a:rPr>
              <a:t>80</a:t>
            </a:r>
            <a:r>
              <a:rPr lang="en-ID" sz="1200" dirty="0">
                <a:solidFill>
                  <a:schemeClr val="tx1">
                    <a:lumMod val="50000"/>
                    <a:lumOff val="50000"/>
                  </a:schemeClr>
                </a:solidFill>
                <a:ea typeface="Lato Medium" panose="020F0502020204030203" pitchFamily="34" charset="0"/>
                <a:cs typeface="Lato Medium" panose="020F0502020204030203" pitchFamily="34" charset="0"/>
              </a:rPr>
              <a:t>%</a:t>
            </a:r>
            <a:endParaRPr lang="en-US" sz="1200" dirty="0">
              <a:solidFill>
                <a:schemeClr val="tx1">
                  <a:lumMod val="50000"/>
                  <a:lumOff val="50000"/>
                </a:schemeClr>
              </a:solidFill>
              <a:ea typeface="Lato Medium" panose="020F0502020204030203" pitchFamily="34" charset="0"/>
              <a:cs typeface="Lato Medium" panose="020F0502020204030203" pitchFamily="34" charset="0"/>
            </a:endParaRPr>
          </a:p>
        </p:txBody>
      </p:sp>
      <p:sp>
        <p:nvSpPr>
          <p:cNvPr id="15" name="TextBox 14">
            <a:extLst>
              <a:ext uri="{FF2B5EF4-FFF2-40B4-BE49-F238E27FC236}">
                <a16:creationId xmlns:a16="http://schemas.microsoft.com/office/drawing/2014/main" id="{AE6FAF0C-E45A-4E80-BF93-7433B4670AA6}"/>
              </a:ext>
            </a:extLst>
          </p:cNvPr>
          <p:cNvSpPr txBox="1"/>
          <p:nvPr/>
        </p:nvSpPr>
        <p:spPr>
          <a:xfrm flipH="1">
            <a:off x="6147300" y="5037350"/>
            <a:ext cx="1923242"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id-ID" sz="1200" i="1" dirty="0">
                <a:solidFill>
                  <a:schemeClr val="tx1">
                    <a:lumMod val="50000"/>
                    <a:lumOff val="50000"/>
                  </a:schemeClr>
                </a:solidFill>
                <a:ea typeface="Lato Medium" panose="020F0502020204030203" pitchFamily="34" charset="0"/>
                <a:cs typeface="Lato Medium" panose="020F0502020204030203" pitchFamily="34" charset="0"/>
              </a:rPr>
              <a:t>Type Your Skill Here</a:t>
            </a:r>
            <a:endParaRPr lang="en-US" sz="1200" i="1" dirty="0">
              <a:solidFill>
                <a:schemeClr val="tx1">
                  <a:lumMod val="50000"/>
                  <a:lumOff val="50000"/>
                </a:schemeClr>
              </a:solidFill>
              <a:ea typeface="Lato Medium" panose="020F0502020204030203" pitchFamily="34" charset="0"/>
              <a:cs typeface="Lato Medium" panose="020F0502020204030203" pitchFamily="34" charset="0"/>
            </a:endParaRPr>
          </a:p>
        </p:txBody>
      </p:sp>
      <p:sp>
        <p:nvSpPr>
          <p:cNvPr id="16" name="Rectangle 15">
            <a:extLst>
              <a:ext uri="{FF2B5EF4-FFF2-40B4-BE49-F238E27FC236}">
                <a16:creationId xmlns:a16="http://schemas.microsoft.com/office/drawing/2014/main" id="{A3470BD9-51FE-4C05-A7A7-ACB9E270F702}"/>
              </a:ext>
            </a:extLst>
          </p:cNvPr>
          <p:cNvSpPr/>
          <p:nvPr/>
        </p:nvSpPr>
        <p:spPr>
          <a:xfrm>
            <a:off x="6050788" y="3067984"/>
            <a:ext cx="2377440" cy="420628"/>
          </a:xfrm>
          <a:prstGeom prst="rect">
            <a:avLst/>
          </a:prstGeom>
          <a:noFill/>
        </p:spPr>
        <p:txBody>
          <a:bodyPr wrap="square" rtlCol="0">
            <a:spAutoFit/>
          </a:bodyPr>
          <a:lstStyle/>
          <a:p>
            <a:pPr algn="just">
              <a:lnSpc>
                <a:spcPct val="150000"/>
              </a:lnSpc>
            </a:pPr>
            <a:r>
              <a:rPr lang="id-ID" sz="1600" b="1" dirty="0">
                <a:solidFill>
                  <a:schemeClr val="tx1">
                    <a:lumMod val="65000"/>
                    <a:lumOff val="35000"/>
                  </a:schemeClr>
                </a:solidFill>
              </a:rPr>
              <a:t>Alaric Thomas</a:t>
            </a:r>
          </a:p>
        </p:txBody>
      </p:sp>
      <p:sp>
        <p:nvSpPr>
          <p:cNvPr id="17" name="TextBox 16">
            <a:extLst>
              <a:ext uri="{FF2B5EF4-FFF2-40B4-BE49-F238E27FC236}">
                <a16:creationId xmlns:a16="http://schemas.microsoft.com/office/drawing/2014/main" id="{B394D3F9-FD82-4C50-B5F7-427087446513}"/>
              </a:ext>
            </a:extLst>
          </p:cNvPr>
          <p:cNvSpPr txBox="1"/>
          <p:nvPr/>
        </p:nvSpPr>
        <p:spPr>
          <a:xfrm>
            <a:off x="6050788" y="3355851"/>
            <a:ext cx="2194560"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The Investor Of </a:t>
            </a:r>
            <a:r>
              <a:rPr lang="en-US" sz="1100" b="1" dirty="0" err="1">
                <a:solidFill>
                  <a:schemeClr val="tx1">
                    <a:lumMod val="50000"/>
                    <a:lumOff val="50000"/>
                  </a:schemeClr>
                </a:solidFill>
                <a:effectLst/>
                <a:ea typeface="Times New Roman" panose="02020603050405020304" pitchFamily="18" charset="0"/>
              </a:rPr>
              <a:t>Cinamo</a:t>
            </a:r>
            <a:endParaRPr lang="id-ID" sz="1100" b="1" dirty="0">
              <a:solidFill>
                <a:schemeClr val="tx1">
                  <a:lumMod val="50000"/>
                  <a:lumOff val="50000"/>
                </a:schemeClr>
              </a:solidFill>
              <a:effectLst/>
              <a:ea typeface="Times New Roman" panose="02020603050405020304" pitchFamily="18" charset="0"/>
            </a:endParaRPr>
          </a:p>
        </p:txBody>
      </p:sp>
      <p:sp>
        <p:nvSpPr>
          <p:cNvPr id="23" name="Rectangle 22">
            <a:extLst>
              <a:ext uri="{FF2B5EF4-FFF2-40B4-BE49-F238E27FC236}">
                <a16:creationId xmlns:a16="http://schemas.microsoft.com/office/drawing/2014/main" id="{43B51B94-87B2-4514-B80B-F71EAC18C6D8}"/>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4" name="TextBox 23">
            <a:extLst>
              <a:ext uri="{FF2B5EF4-FFF2-40B4-BE49-F238E27FC236}">
                <a16:creationId xmlns:a16="http://schemas.microsoft.com/office/drawing/2014/main" id="{649504B0-37B4-4852-911E-8477EA36814D}"/>
              </a:ext>
            </a:extLst>
          </p:cNvPr>
          <p:cNvSpPr txBox="1"/>
          <p:nvPr/>
        </p:nvSpPr>
        <p:spPr>
          <a:xfrm>
            <a:off x="11255843" y="5578639"/>
            <a:ext cx="502061" cy="769441"/>
          </a:xfrm>
          <a:prstGeom prst="rect">
            <a:avLst/>
          </a:prstGeom>
          <a:noFill/>
        </p:spPr>
        <p:txBody>
          <a:bodyPr wrap="none" rtlCol="0">
            <a:spAutoFit/>
          </a:bodyPr>
          <a:lstStyle/>
          <a:p>
            <a:pPr algn="r"/>
            <a:fld id="{0A05DCDB-5849-4A92-B715-72B5EC440DF0}" type="slidenum">
              <a:rPr lang="en-ID" sz="4400" smtClean="0">
                <a:solidFill>
                  <a:schemeClr val="bg1">
                    <a:lumMod val="95000"/>
                  </a:schemeClr>
                </a:solidFill>
              </a:rPr>
              <a:pPr algn="r"/>
              <a:t>11</a:t>
            </a:fld>
            <a:endParaRPr lang="en-ID" sz="4400" dirty="0">
              <a:solidFill>
                <a:schemeClr val="bg1">
                  <a:lumMod val="95000"/>
                </a:schemeClr>
              </a:solidFill>
            </a:endParaRPr>
          </a:p>
        </p:txBody>
      </p:sp>
      <p:sp>
        <p:nvSpPr>
          <p:cNvPr id="35" name="TextBox 34">
            <a:extLst>
              <a:ext uri="{FF2B5EF4-FFF2-40B4-BE49-F238E27FC236}">
                <a16:creationId xmlns:a16="http://schemas.microsoft.com/office/drawing/2014/main" id="{CA9F1BF8-1B04-441F-AECB-9EC709F6C69C}"/>
              </a:ext>
            </a:extLst>
          </p:cNvPr>
          <p:cNvSpPr txBox="1"/>
          <p:nvPr/>
        </p:nvSpPr>
        <p:spPr>
          <a:xfrm>
            <a:off x="6027109" y="1480601"/>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a:t>
            </a:r>
            <a:r>
              <a:rPr lang="en-US" sz="3200" dirty="0" err="1">
                <a:solidFill>
                  <a:schemeClr val="tx1">
                    <a:lumMod val="75000"/>
                    <a:lumOff val="25000"/>
                  </a:schemeClr>
                </a:solidFill>
                <a:effectLst/>
                <a:latin typeface="+mj-lt"/>
                <a:ea typeface="Calibri" panose="020F0502020204030204" pitchFamily="34" charset="0"/>
                <a:cs typeface="Times New Roman" panose="02020603050405020304" pitchFamily="18" charset="0"/>
              </a:rPr>
              <a:t>Cinamo</a:t>
            </a: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 </a:t>
            </a:r>
            <a:r>
              <a:rPr lang="en-US" sz="3200" dirty="0">
                <a:solidFill>
                  <a:schemeClr val="accent4"/>
                </a:solidFill>
                <a:effectLst/>
                <a:latin typeface="+mj-lt"/>
                <a:ea typeface="Calibri" panose="020F0502020204030204" pitchFamily="34" charset="0"/>
                <a:cs typeface="Times New Roman" panose="02020603050405020304" pitchFamily="18" charset="0"/>
              </a:rPr>
              <a:t>Investor Here</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58BF14D8-89CA-4E99-8962-69C0F8717A38}"/>
              </a:ext>
            </a:extLst>
          </p:cNvPr>
          <p:cNvSpPr>
            <a:spLocks noGrp="1"/>
          </p:cNvSpPr>
          <p:nvPr>
            <p:ph type="pic" sz="quarter" idx="10"/>
          </p:nvPr>
        </p:nvSpPr>
        <p:spPr/>
      </p:sp>
    </p:spTree>
    <p:extLst>
      <p:ext uri="{BB962C8B-B14F-4D97-AF65-F5344CB8AC3E}">
        <p14:creationId xmlns:p14="http://schemas.microsoft.com/office/powerpoint/2010/main" val="4184918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F70BFF2-1B94-40EC-AFF6-7079CFD1EE05}"/>
              </a:ext>
            </a:extLst>
          </p:cNvPr>
          <p:cNvSpPr/>
          <p:nvPr/>
        </p:nvSpPr>
        <p:spPr>
          <a:xfrm>
            <a:off x="1456188" y="3526255"/>
            <a:ext cx="4704960" cy="615553"/>
          </a:xfrm>
          <a:prstGeom prst="rect">
            <a:avLst/>
          </a:prstGeom>
          <a:noFill/>
        </p:spPr>
        <p:txBody>
          <a:bodyPr wrap="square">
            <a:spAutoFit/>
          </a:bodyPr>
          <a:lstStyle/>
          <a:p>
            <a:pPr algn="just">
              <a:lnSpc>
                <a:spcPct val="150000"/>
              </a:lnSpc>
            </a:pPr>
            <a:r>
              <a:rPr lang="id-ID" sz="1200" dirty="0">
                <a:solidFill>
                  <a:schemeClr val="tx1">
                    <a:lumMod val="50000"/>
                    <a:lumOff val="50000"/>
                  </a:schemeClr>
                </a:solidFill>
                <a:effectLst/>
                <a:ea typeface="Times New Roman" panose="02020603050405020304" pitchFamily="18" charset="0"/>
              </a:rPr>
              <a:t>Ligula ullamcorper malesuada proin libero nunc consequat. Non curabitur gravida arcu ac tortor. Ipsum consequat nisl vel pretiumis</a:t>
            </a:r>
            <a:endParaRPr lang="id-ID" sz="1200" dirty="0">
              <a:solidFill>
                <a:schemeClr val="tx1">
                  <a:lumMod val="50000"/>
                  <a:lumOff val="50000"/>
                </a:schemeClr>
              </a:solidFill>
            </a:endParaRPr>
          </a:p>
        </p:txBody>
      </p:sp>
      <p:sp>
        <p:nvSpPr>
          <p:cNvPr id="23" name="Rectangle 22">
            <a:extLst>
              <a:ext uri="{FF2B5EF4-FFF2-40B4-BE49-F238E27FC236}">
                <a16:creationId xmlns:a16="http://schemas.microsoft.com/office/drawing/2014/main" id="{E5CE92FE-E6DB-4FFC-AEFA-326BB988793F}"/>
              </a:ext>
            </a:extLst>
          </p:cNvPr>
          <p:cNvSpPr/>
          <p:nvPr/>
        </p:nvSpPr>
        <p:spPr>
          <a:xfrm>
            <a:off x="1548887" y="4674998"/>
            <a:ext cx="4023360" cy="914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50000"/>
                  <a:lumOff val="50000"/>
                </a:schemeClr>
              </a:solidFill>
            </a:endParaRPr>
          </a:p>
        </p:txBody>
      </p:sp>
      <p:sp>
        <p:nvSpPr>
          <p:cNvPr id="24" name="Rectangle 23">
            <a:extLst>
              <a:ext uri="{FF2B5EF4-FFF2-40B4-BE49-F238E27FC236}">
                <a16:creationId xmlns:a16="http://schemas.microsoft.com/office/drawing/2014/main" id="{CB5AD030-7556-47F6-8A14-9E75EF89ED89}"/>
              </a:ext>
            </a:extLst>
          </p:cNvPr>
          <p:cNvSpPr/>
          <p:nvPr/>
        </p:nvSpPr>
        <p:spPr>
          <a:xfrm>
            <a:off x="1548888" y="4674998"/>
            <a:ext cx="3566160" cy="91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50000"/>
                  <a:lumOff val="50000"/>
                </a:schemeClr>
              </a:solidFill>
            </a:endParaRPr>
          </a:p>
        </p:txBody>
      </p:sp>
      <p:sp>
        <p:nvSpPr>
          <p:cNvPr id="25" name="TextBox 24">
            <a:extLst>
              <a:ext uri="{FF2B5EF4-FFF2-40B4-BE49-F238E27FC236}">
                <a16:creationId xmlns:a16="http://schemas.microsoft.com/office/drawing/2014/main" id="{2B26B72E-CF7E-4A51-8D75-332BBEE7BEDC}"/>
              </a:ext>
            </a:extLst>
          </p:cNvPr>
          <p:cNvSpPr txBox="1"/>
          <p:nvPr/>
        </p:nvSpPr>
        <p:spPr>
          <a:xfrm flipH="1">
            <a:off x="5799647" y="4555511"/>
            <a:ext cx="457200"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ID" sz="1200" dirty="0">
                <a:solidFill>
                  <a:schemeClr val="tx1">
                    <a:lumMod val="50000"/>
                    <a:lumOff val="50000"/>
                  </a:schemeClr>
                </a:solidFill>
                <a:ea typeface="Lato Medium" panose="020F0502020204030203" pitchFamily="34" charset="0"/>
                <a:cs typeface="Lato Medium" panose="020F0502020204030203" pitchFamily="34" charset="0"/>
              </a:rPr>
              <a:t>90%</a:t>
            </a:r>
            <a:endParaRPr lang="en-US" sz="1200" dirty="0">
              <a:solidFill>
                <a:schemeClr val="tx1">
                  <a:lumMod val="50000"/>
                  <a:lumOff val="50000"/>
                </a:schemeClr>
              </a:solidFill>
              <a:ea typeface="Lato Medium" panose="020F0502020204030203" pitchFamily="34" charset="0"/>
              <a:cs typeface="Lato Medium" panose="020F0502020204030203" pitchFamily="34" charset="0"/>
            </a:endParaRPr>
          </a:p>
        </p:txBody>
      </p:sp>
      <p:sp>
        <p:nvSpPr>
          <p:cNvPr id="26" name="TextBox 25">
            <a:extLst>
              <a:ext uri="{FF2B5EF4-FFF2-40B4-BE49-F238E27FC236}">
                <a16:creationId xmlns:a16="http://schemas.microsoft.com/office/drawing/2014/main" id="{BE2682A9-5659-4A9D-A5AA-BF9A940188BC}"/>
              </a:ext>
            </a:extLst>
          </p:cNvPr>
          <p:cNvSpPr txBox="1"/>
          <p:nvPr/>
        </p:nvSpPr>
        <p:spPr>
          <a:xfrm flipH="1">
            <a:off x="1552700" y="4351527"/>
            <a:ext cx="1923242"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id-ID" sz="1200" i="1" dirty="0">
                <a:solidFill>
                  <a:schemeClr val="tx1">
                    <a:lumMod val="50000"/>
                    <a:lumOff val="50000"/>
                  </a:schemeClr>
                </a:solidFill>
                <a:ea typeface="Lato Medium" panose="020F0502020204030203" pitchFamily="34" charset="0"/>
                <a:cs typeface="Lato Medium" panose="020F0502020204030203" pitchFamily="34" charset="0"/>
              </a:rPr>
              <a:t>Type Your Skill Here</a:t>
            </a:r>
            <a:endParaRPr lang="en-US" sz="1200" i="1" dirty="0">
              <a:solidFill>
                <a:schemeClr val="tx1">
                  <a:lumMod val="50000"/>
                  <a:lumOff val="50000"/>
                </a:schemeClr>
              </a:solidFill>
              <a:ea typeface="Lato Medium" panose="020F0502020204030203" pitchFamily="34" charset="0"/>
              <a:cs typeface="Lato Medium" panose="020F0502020204030203" pitchFamily="34" charset="0"/>
            </a:endParaRPr>
          </a:p>
        </p:txBody>
      </p:sp>
      <p:sp>
        <p:nvSpPr>
          <p:cNvPr id="27" name="Rectangle 26">
            <a:extLst>
              <a:ext uri="{FF2B5EF4-FFF2-40B4-BE49-F238E27FC236}">
                <a16:creationId xmlns:a16="http://schemas.microsoft.com/office/drawing/2014/main" id="{C07F94B2-E410-4574-A7BF-0E490309B81B}"/>
              </a:ext>
            </a:extLst>
          </p:cNvPr>
          <p:cNvSpPr/>
          <p:nvPr/>
        </p:nvSpPr>
        <p:spPr>
          <a:xfrm>
            <a:off x="1548887" y="5253539"/>
            <a:ext cx="4023360" cy="914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50000"/>
                  <a:lumOff val="50000"/>
                </a:schemeClr>
              </a:solidFill>
            </a:endParaRPr>
          </a:p>
        </p:txBody>
      </p:sp>
      <p:sp>
        <p:nvSpPr>
          <p:cNvPr id="28" name="Rectangle 27">
            <a:extLst>
              <a:ext uri="{FF2B5EF4-FFF2-40B4-BE49-F238E27FC236}">
                <a16:creationId xmlns:a16="http://schemas.microsoft.com/office/drawing/2014/main" id="{6244AF56-2D51-4C4F-9946-60491BAAD612}"/>
              </a:ext>
            </a:extLst>
          </p:cNvPr>
          <p:cNvSpPr/>
          <p:nvPr/>
        </p:nvSpPr>
        <p:spPr>
          <a:xfrm>
            <a:off x="1548888" y="5253539"/>
            <a:ext cx="3291840" cy="91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50000"/>
                  <a:lumOff val="50000"/>
                </a:schemeClr>
              </a:solidFill>
            </a:endParaRPr>
          </a:p>
        </p:txBody>
      </p:sp>
      <p:sp>
        <p:nvSpPr>
          <p:cNvPr id="29" name="TextBox 28">
            <a:extLst>
              <a:ext uri="{FF2B5EF4-FFF2-40B4-BE49-F238E27FC236}">
                <a16:creationId xmlns:a16="http://schemas.microsoft.com/office/drawing/2014/main" id="{058820B4-4112-4871-A83F-74BDAFBFF722}"/>
              </a:ext>
            </a:extLst>
          </p:cNvPr>
          <p:cNvSpPr txBox="1"/>
          <p:nvPr/>
        </p:nvSpPr>
        <p:spPr>
          <a:xfrm flipH="1">
            <a:off x="5799647" y="5134052"/>
            <a:ext cx="457200"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id-ID" sz="1200" dirty="0">
                <a:solidFill>
                  <a:schemeClr val="tx1">
                    <a:lumMod val="50000"/>
                    <a:lumOff val="50000"/>
                  </a:schemeClr>
                </a:solidFill>
                <a:ea typeface="Lato Medium" panose="020F0502020204030203" pitchFamily="34" charset="0"/>
                <a:cs typeface="Lato Medium" panose="020F0502020204030203" pitchFamily="34" charset="0"/>
              </a:rPr>
              <a:t>80</a:t>
            </a:r>
            <a:r>
              <a:rPr lang="en-ID" sz="1200" dirty="0">
                <a:solidFill>
                  <a:schemeClr val="tx1">
                    <a:lumMod val="50000"/>
                    <a:lumOff val="50000"/>
                  </a:schemeClr>
                </a:solidFill>
                <a:ea typeface="Lato Medium" panose="020F0502020204030203" pitchFamily="34" charset="0"/>
                <a:cs typeface="Lato Medium" panose="020F0502020204030203" pitchFamily="34" charset="0"/>
              </a:rPr>
              <a:t>%</a:t>
            </a:r>
            <a:endParaRPr lang="en-US" sz="1200" dirty="0">
              <a:solidFill>
                <a:schemeClr val="tx1">
                  <a:lumMod val="50000"/>
                  <a:lumOff val="50000"/>
                </a:schemeClr>
              </a:solidFill>
              <a:ea typeface="Lato Medium" panose="020F0502020204030203" pitchFamily="34" charset="0"/>
              <a:cs typeface="Lato Medium" panose="020F0502020204030203" pitchFamily="34" charset="0"/>
            </a:endParaRPr>
          </a:p>
        </p:txBody>
      </p:sp>
      <p:sp>
        <p:nvSpPr>
          <p:cNvPr id="30" name="TextBox 29">
            <a:extLst>
              <a:ext uri="{FF2B5EF4-FFF2-40B4-BE49-F238E27FC236}">
                <a16:creationId xmlns:a16="http://schemas.microsoft.com/office/drawing/2014/main" id="{65F4CD46-0C11-4BFF-95A7-C433F3AEA97C}"/>
              </a:ext>
            </a:extLst>
          </p:cNvPr>
          <p:cNvSpPr txBox="1"/>
          <p:nvPr/>
        </p:nvSpPr>
        <p:spPr>
          <a:xfrm flipH="1">
            <a:off x="1552700" y="4930068"/>
            <a:ext cx="1923242"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id-ID" sz="1200" i="1" dirty="0">
                <a:solidFill>
                  <a:schemeClr val="tx1">
                    <a:lumMod val="50000"/>
                    <a:lumOff val="50000"/>
                  </a:schemeClr>
                </a:solidFill>
                <a:ea typeface="Lato Medium" panose="020F0502020204030203" pitchFamily="34" charset="0"/>
                <a:cs typeface="Lato Medium" panose="020F0502020204030203" pitchFamily="34" charset="0"/>
              </a:rPr>
              <a:t>Type Your Skill Here</a:t>
            </a:r>
            <a:endParaRPr lang="en-US" sz="1200" i="1" dirty="0">
              <a:solidFill>
                <a:schemeClr val="tx1">
                  <a:lumMod val="50000"/>
                  <a:lumOff val="50000"/>
                </a:schemeClr>
              </a:solidFill>
              <a:ea typeface="Lato Medium" panose="020F0502020204030203" pitchFamily="34" charset="0"/>
              <a:cs typeface="Lato Medium" panose="020F0502020204030203" pitchFamily="34" charset="0"/>
            </a:endParaRPr>
          </a:p>
        </p:txBody>
      </p:sp>
      <p:sp>
        <p:nvSpPr>
          <p:cNvPr id="31" name="Rectangle 30">
            <a:extLst>
              <a:ext uri="{FF2B5EF4-FFF2-40B4-BE49-F238E27FC236}">
                <a16:creationId xmlns:a16="http://schemas.microsoft.com/office/drawing/2014/main" id="{D3EB2C9A-F405-4F3C-874E-33668109FBEE}"/>
              </a:ext>
            </a:extLst>
          </p:cNvPr>
          <p:cNvSpPr/>
          <p:nvPr/>
        </p:nvSpPr>
        <p:spPr>
          <a:xfrm>
            <a:off x="1456188" y="2960702"/>
            <a:ext cx="2377440" cy="420628"/>
          </a:xfrm>
          <a:prstGeom prst="rect">
            <a:avLst/>
          </a:prstGeom>
          <a:noFill/>
        </p:spPr>
        <p:txBody>
          <a:bodyPr wrap="square" rtlCol="0">
            <a:spAutoFit/>
          </a:bodyPr>
          <a:lstStyle/>
          <a:p>
            <a:pPr algn="just">
              <a:lnSpc>
                <a:spcPct val="150000"/>
              </a:lnSpc>
            </a:pPr>
            <a:r>
              <a:rPr lang="id-ID" sz="1600" b="1" dirty="0">
                <a:solidFill>
                  <a:schemeClr val="tx1">
                    <a:lumMod val="65000"/>
                    <a:lumOff val="35000"/>
                  </a:schemeClr>
                </a:solidFill>
              </a:rPr>
              <a:t>George Dune</a:t>
            </a:r>
          </a:p>
        </p:txBody>
      </p:sp>
      <p:sp>
        <p:nvSpPr>
          <p:cNvPr id="32" name="TextBox 31">
            <a:extLst>
              <a:ext uri="{FF2B5EF4-FFF2-40B4-BE49-F238E27FC236}">
                <a16:creationId xmlns:a16="http://schemas.microsoft.com/office/drawing/2014/main" id="{AFB58414-4D5B-4AA4-ACB5-00C9BEAF8FC5}"/>
              </a:ext>
            </a:extLst>
          </p:cNvPr>
          <p:cNvSpPr txBox="1"/>
          <p:nvPr/>
        </p:nvSpPr>
        <p:spPr>
          <a:xfrm>
            <a:off x="1456188" y="3248569"/>
            <a:ext cx="219456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ffectLst/>
                <a:ea typeface="Times New Roman" panose="02020603050405020304" pitchFamily="18" charset="0"/>
              </a:rPr>
              <a:t>The Marketing Of </a:t>
            </a:r>
            <a:r>
              <a:rPr lang="en-US" sz="1100" b="1" dirty="0" err="1">
                <a:solidFill>
                  <a:schemeClr val="tx1">
                    <a:lumMod val="50000"/>
                    <a:lumOff val="50000"/>
                  </a:schemeClr>
                </a:solidFill>
                <a:effectLst/>
                <a:ea typeface="Times New Roman" panose="02020603050405020304" pitchFamily="18" charset="0"/>
              </a:rPr>
              <a:t>Cinamo</a:t>
            </a:r>
            <a:endParaRPr lang="id-ID" sz="1100" b="1" dirty="0">
              <a:solidFill>
                <a:schemeClr val="tx1">
                  <a:lumMod val="50000"/>
                  <a:lumOff val="50000"/>
                </a:schemeClr>
              </a:solidFill>
              <a:effectLst/>
              <a:ea typeface="Times New Roman" panose="02020603050405020304" pitchFamily="18" charset="0"/>
            </a:endParaRPr>
          </a:p>
        </p:txBody>
      </p:sp>
      <p:sp>
        <p:nvSpPr>
          <p:cNvPr id="35" name="Rectangle 34">
            <a:extLst>
              <a:ext uri="{FF2B5EF4-FFF2-40B4-BE49-F238E27FC236}">
                <a16:creationId xmlns:a16="http://schemas.microsoft.com/office/drawing/2014/main" id="{2B79499D-F068-4554-97EE-F0E353D06DE7}"/>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8" name="TextBox 37">
            <a:extLst>
              <a:ext uri="{FF2B5EF4-FFF2-40B4-BE49-F238E27FC236}">
                <a16:creationId xmlns:a16="http://schemas.microsoft.com/office/drawing/2014/main" id="{CB39ED5C-C918-4DF0-B273-972E032F27B1}"/>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42" name="TextBox 41">
            <a:extLst>
              <a:ext uri="{FF2B5EF4-FFF2-40B4-BE49-F238E27FC236}">
                <a16:creationId xmlns:a16="http://schemas.microsoft.com/office/drawing/2014/main" id="{1B31A051-B7FA-4C16-A5B0-121F52FCB942}"/>
              </a:ext>
            </a:extLst>
          </p:cNvPr>
          <p:cNvSpPr txBox="1"/>
          <p:nvPr/>
        </p:nvSpPr>
        <p:spPr>
          <a:xfrm>
            <a:off x="1422579" y="1400391"/>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a:t>
            </a:r>
            <a:r>
              <a:rPr lang="en-US" sz="3200" dirty="0" err="1">
                <a:solidFill>
                  <a:schemeClr val="tx1">
                    <a:lumMod val="75000"/>
                    <a:lumOff val="25000"/>
                  </a:schemeClr>
                </a:solidFill>
                <a:effectLst/>
                <a:latin typeface="+mj-lt"/>
                <a:ea typeface="Calibri" panose="020F0502020204030204" pitchFamily="34" charset="0"/>
                <a:cs typeface="Times New Roman" panose="02020603050405020304" pitchFamily="18" charset="0"/>
              </a:rPr>
              <a:t>Cinamo</a:t>
            </a: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 </a:t>
            </a:r>
            <a:r>
              <a:rPr lang="en-US" sz="3200" dirty="0">
                <a:solidFill>
                  <a:schemeClr val="accent4"/>
                </a:solidFill>
                <a:effectLst/>
                <a:latin typeface="+mj-lt"/>
                <a:ea typeface="Calibri" panose="020F0502020204030204" pitchFamily="34" charset="0"/>
                <a:cs typeface="Times New Roman" panose="02020603050405020304" pitchFamily="18" charset="0"/>
              </a:rPr>
              <a:t>Marketing Team</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A9CCFE56-D818-4A2B-9218-C0B6313F37EB}"/>
              </a:ext>
            </a:extLst>
          </p:cNvPr>
          <p:cNvSpPr>
            <a:spLocks noGrp="1"/>
          </p:cNvSpPr>
          <p:nvPr>
            <p:ph type="pic" sz="quarter" idx="10"/>
          </p:nvPr>
        </p:nvSpPr>
        <p:spPr/>
      </p:sp>
    </p:spTree>
    <p:extLst>
      <p:ext uri="{BB962C8B-B14F-4D97-AF65-F5344CB8AC3E}">
        <p14:creationId xmlns:p14="http://schemas.microsoft.com/office/powerpoint/2010/main" val="422530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8B6B78E-6D0F-47E7-A914-FB68D354EFD7}"/>
              </a:ext>
            </a:extLst>
          </p:cNvPr>
          <p:cNvSpPr/>
          <p:nvPr/>
        </p:nvSpPr>
        <p:spPr>
          <a:xfrm>
            <a:off x="6018704" y="3745831"/>
            <a:ext cx="4704960" cy="615553"/>
          </a:xfrm>
          <a:prstGeom prst="rect">
            <a:avLst/>
          </a:prstGeom>
          <a:noFill/>
        </p:spPr>
        <p:txBody>
          <a:bodyPr wrap="square">
            <a:spAutoFit/>
          </a:bodyPr>
          <a:lstStyle/>
          <a:p>
            <a:pPr>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Justo nec ultrices dui sapien eget mi. Pulvinar elementum integer enim neque volutpat ac tincidunt vitae. Scelerisque in dictum noni</a:t>
            </a:r>
            <a:endParaRPr lang="id-ID" sz="1200" dirty="0">
              <a:solidFill>
                <a:schemeClr val="tx1">
                  <a:lumMod val="50000"/>
                  <a:lumOff val="50000"/>
                </a:schemeClr>
              </a:solidFill>
            </a:endParaRPr>
          </a:p>
        </p:txBody>
      </p:sp>
      <p:sp>
        <p:nvSpPr>
          <p:cNvPr id="5" name="Rectangle 4">
            <a:extLst>
              <a:ext uri="{FF2B5EF4-FFF2-40B4-BE49-F238E27FC236}">
                <a16:creationId xmlns:a16="http://schemas.microsoft.com/office/drawing/2014/main" id="{D5D0055A-20AC-4283-BFD7-7ADB573D6B4C}"/>
              </a:ext>
            </a:extLst>
          </p:cNvPr>
          <p:cNvSpPr/>
          <p:nvPr/>
        </p:nvSpPr>
        <p:spPr>
          <a:xfrm>
            <a:off x="6111403" y="4894574"/>
            <a:ext cx="4023360" cy="914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50000"/>
                  <a:lumOff val="50000"/>
                </a:schemeClr>
              </a:solidFill>
            </a:endParaRPr>
          </a:p>
        </p:txBody>
      </p:sp>
      <p:sp>
        <p:nvSpPr>
          <p:cNvPr id="6" name="Rectangle 5">
            <a:extLst>
              <a:ext uri="{FF2B5EF4-FFF2-40B4-BE49-F238E27FC236}">
                <a16:creationId xmlns:a16="http://schemas.microsoft.com/office/drawing/2014/main" id="{43986EAD-112D-4D83-8099-546323269599}"/>
              </a:ext>
            </a:extLst>
          </p:cNvPr>
          <p:cNvSpPr/>
          <p:nvPr/>
        </p:nvSpPr>
        <p:spPr>
          <a:xfrm>
            <a:off x="6111404" y="4894574"/>
            <a:ext cx="3566160" cy="91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50000"/>
                  <a:lumOff val="50000"/>
                </a:schemeClr>
              </a:solidFill>
            </a:endParaRPr>
          </a:p>
        </p:txBody>
      </p:sp>
      <p:sp>
        <p:nvSpPr>
          <p:cNvPr id="7" name="TextBox 6">
            <a:extLst>
              <a:ext uri="{FF2B5EF4-FFF2-40B4-BE49-F238E27FC236}">
                <a16:creationId xmlns:a16="http://schemas.microsoft.com/office/drawing/2014/main" id="{98D7C60B-14AE-4D18-B29D-8565D0E51BD8}"/>
              </a:ext>
            </a:extLst>
          </p:cNvPr>
          <p:cNvSpPr txBox="1"/>
          <p:nvPr/>
        </p:nvSpPr>
        <p:spPr>
          <a:xfrm flipH="1">
            <a:off x="10394247" y="4791129"/>
            <a:ext cx="457200"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ID" sz="1200" dirty="0">
                <a:solidFill>
                  <a:schemeClr val="tx1">
                    <a:lumMod val="50000"/>
                    <a:lumOff val="50000"/>
                  </a:schemeClr>
                </a:solidFill>
                <a:ea typeface="Lato Medium" panose="020F0502020204030203" pitchFamily="34" charset="0"/>
                <a:cs typeface="Lato Medium" panose="020F0502020204030203" pitchFamily="34" charset="0"/>
              </a:rPr>
              <a:t>90%</a:t>
            </a:r>
            <a:endParaRPr lang="en-US" sz="1200" dirty="0">
              <a:solidFill>
                <a:schemeClr val="tx1">
                  <a:lumMod val="50000"/>
                  <a:lumOff val="50000"/>
                </a:schemeClr>
              </a:solidFill>
              <a:ea typeface="Lato Medium" panose="020F0502020204030203" pitchFamily="34" charset="0"/>
              <a:cs typeface="Lato Medium" panose="020F0502020204030203" pitchFamily="34" charset="0"/>
            </a:endParaRPr>
          </a:p>
        </p:txBody>
      </p:sp>
      <p:sp>
        <p:nvSpPr>
          <p:cNvPr id="8" name="TextBox 7">
            <a:extLst>
              <a:ext uri="{FF2B5EF4-FFF2-40B4-BE49-F238E27FC236}">
                <a16:creationId xmlns:a16="http://schemas.microsoft.com/office/drawing/2014/main" id="{16FAB013-9D7D-40E4-91AE-EE427EC72462}"/>
              </a:ext>
            </a:extLst>
          </p:cNvPr>
          <p:cNvSpPr txBox="1"/>
          <p:nvPr/>
        </p:nvSpPr>
        <p:spPr>
          <a:xfrm flipH="1">
            <a:off x="6115216" y="4571103"/>
            <a:ext cx="1923242"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id-ID" sz="1200" i="1" dirty="0">
                <a:solidFill>
                  <a:schemeClr val="tx1">
                    <a:lumMod val="50000"/>
                    <a:lumOff val="50000"/>
                  </a:schemeClr>
                </a:solidFill>
                <a:ea typeface="Lato Medium" panose="020F0502020204030203" pitchFamily="34" charset="0"/>
                <a:cs typeface="Lato Medium" panose="020F0502020204030203" pitchFamily="34" charset="0"/>
              </a:rPr>
              <a:t>Type Your Skill Here</a:t>
            </a:r>
            <a:endParaRPr lang="en-US" sz="1200" i="1" dirty="0">
              <a:solidFill>
                <a:schemeClr val="tx1">
                  <a:lumMod val="50000"/>
                  <a:lumOff val="50000"/>
                </a:schemeClr>
              </a:solidFill>
              <a:ea typeface="Lato Medium" panose="020F0502020204030203" pitchFamily="34" charset="0"/>
              <a:cs typeface="Lato Medium" panose="020F0502020204030203" pitchFamily="34" charset="0"/>
            </a:endParaRPr>
          </a:p>
        </p:txBody>
      </p:sp>
      <p:sp>
        <p:nvSpPr>
          <p:cNvPr id="9" name="Rectangle 8">
            <a:extLst>
              <a:ext uri="{FF2B5EF4-FFF2-40B4-BE49-F238E27FC236}">
                <a16:creationId xmlns:a16="http://schemas.microsoft.com/office/drawing/2014/main" id="{288A9A34-F4D3-48F2-A78A-8674FC8A2725}"/>
              </a:ext>
            </a:extLst>
          </p:cNvPr>
          <p:cNvSpPr/>
          <p:nvPr/>
        </p:nvSpPr>
        <p:spPr>
          <a:xfrm>
            <a:off x="6111403" y="5473115"/>
            <a:ext cx="4023360" cy="914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50000"/>
                  <a:lumOff val="50000"/>
                </a:schemeClr>
              </a:solidFill>
            </a:endParaRPr>
          </a:p>
        </p:txBody>
      </p:sp>
      <p:sp>
        <p:nvSpPr>
          <p:cNvPr id="10" name="Rectangle 9">
            <a:extLst>
              <a:ext uri="{FF2B5EF4-FFF2-40B4-BE49-F238E27FC236}">
                <a16:creationId xmlns:a16="http://schemas.microsoft.com/office/drawing/2014/main" id="{56DADA65-408A-406F-B415-3022573B5B98}"/>
              </a:ext>
            </a:extLst>
          </p:cNvPr>
          <p:cNvSpPr/>
          <p:nvPr/>
        </p:nvSpPr>
        <p:spPr>
          <a:xfrm>
            <a:off x="6111404" y="5473115"/>
            <a:ext cx="3291840" cy="91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lumMod val="50000"/>
                  <a:lumOff val="50000"/>
                </a:schemeClr>
              </a:solidFill>
            </a:endParaRPr>
          </a:p>
        </p:txBody>
      </p:sp>
      <p:sp>
        <p:nvSpPr>
          <p:cNvPr id="11" name="TextBox 10">
            <a:extLst>
              <a:ext uri="{FF2B5EF4-FFF2-40B4-BE49-F238E27FC236}">
                <a16:creationId xmlns:a16="http://schemas.microsoft.com/office/drawing/2014/main" id="{7C04B33F-528A-4BBE-AC81-3BEAABAB8968}"/>
              </a:ext>
            </a:extLst>
          </p:cNvPr>
          <p:cNvSpPr txBox="1"/>
          <p:nvPr/>
        </p:nvSpPr>
        <p:spPr>
          <a:xfrm flipH="1">
            <a:off x="10394247" y="5369670"/>
            <a:ext cx="457200"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id-ID" sz="1200" dirty="0">
                <a:solidFill>
                  <a:schemeClr val="tx1">
                    <a:lumMod val="50000"/>
                    <a:lumOff val="50000"/>
                  </a:schemeClr>
                </a:solidFill>
                <a:ea typeface="Lato Medium" panose="020F0502020204030203" pitchFamily="34" charset="0"/>
                <a:cs typeface="Lato Medium" panose="020F0502020204030203" pitchFamily="34" charset="0"/>
              </a:rPr>
              <a:t>80</a:t>
            </a:r>
            <a:r>
              <a:rPr lang="en-ID" sz="1200" dirty="0">
                <a:solidFill>
                  <a:schemeClr val="tx1">
                    <a:lumMod val="50000"/>
                    <a:lumOff val="50000"/>
                  </a:schemeClr>
                </a:solidFill>
                <a:ea typeface="Lato Medium" panose="020F0502020204030203" pitchFamily="34" charset="0"/>
                <a:cs typeface="Lato Medium" panose="020F0502020204030203" pitchFamily="34" charset="0"/>
              </a:rPr>
              <a:t>%</a:t>
            </a:r>
            <a:endParaRPr lang="en-US" sz="1200" dirty="0">
              <a:solidFill>
                <a:schemeClr val="tx1">
                  <a:lumMod val="50000"/>
                  <a:lumOff val="50000"/>
                </a:schemeClr>
              </a:solidFill>
              <a:ea typeface="Lato Medium" panose="020F0502020204030203" pitchFamily="34" charset="0"/>
              <a:cs typeface="Lato Medium" panose="020F0502020204030203" pitchFamily="34" charset="0"/>
            </a:endParaRPr>
          </a:p>
        </p:txBody>
      </p:sp>
      <p:sp>
        <p:nvSpPr>
          <p:cNvPr id="12" name="TextBox 11">
            <a:extLst>
              <a:ext uri="{FF2B5EF4-FFF2-40B4-BE49-F238E27FC236}">
                <a16:creationId xmlns:a16="http://schemas.microsoft.com/office/drawing/2014/main" id="{B66E3ECE-D237-408E-BC8D-1E172096A817}"/>
              </a:ext>
            </a:extLst>
          </p:cNvPr>
          <p:cNvSpPr txBox="1"/>
          <p:nvPr/>
        </p:nvSpPr>
        <p:spPr>
          <a:xfrm flipH="1">
            <a:off x="6115216" y="5149644"/>
            <a:ext cx="1923242"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id-ID" sz="1200" i="1" dirty="0">
                <a:solidFill>
                  <a:schemeClr val="tx1">
                    <a:lumMod val="50000"/>
                    <a:lumOff val="50000"/>
                  </a:schemeClr>
                </a:solidFill>
                <a:ea typeface="Lato Medium" panose="020F0502020204030203" pitchFamily="34" charset="0"/>
                <a:cs typeface="Lato Medium" panose="020F0502020204030203" pitchFamily="34" charset="0"/>
              </a:rPr>
              <a:t>Type Your Skill Here</a:t>
            </a:r>
            <a:endParaRPr lang="en-US" sz="1200" i="1" dirty="0">
              <a:solidFill>
                <a:schemeClr val="tx1">
                  <a:lumMod val="50000"/>
                  <a:lumOff val="50000"/>
                </a:schemeClr>
              </a:solidFill>
              <a:ea typeface="Lato Medium" panose="020F0502020204030203" pitchFamily="34" charset="0"/>
              <a:cs typeface="Lato Medium" panose="020F0502020204030203" pitchFamily="34" charset="0"/>
            </a:endParaRPr>
          </a:p>
        </p:txBody>
      </p:sp>
      <p:sp>
        <p:nvSpPr>
          <p:cNvPr id="13" name="Rectangle 12">
            <a:extLst>
              <a:ext uri="{FF2B5EF4-FFF2-40B4-BE49-F238E27FC236}">
                <a16:creationId xmlns:a16="http://schemas.microsoft.com/office/drawing/2014/main" id="{329722CA-DA70-4086-876F-5DBEFC7B84F1}"/>
              </a:ext>
            </a:extLst>
          </p:cNvPr>
          <p:cNvSpPr/>
          <p:nvPr/>
        </p:nvSpPr>
        <p:spPr>
          <a:xfrm>
            <a:off x="6018704" y="3180278"/>
            <a:ext cx="2377440" cy="420628"/>
          </a:xfrm>
          <a:prstGeom prst="rect">
            <a:avLst/>
          </a:prstGeom>
          <a:noFill/>
        </p:spPr>
        <p:txBody>
          <a:bodyPr wrap="square" rtlCol="0">
            <a:spAutoFit/>
          </a:bodyPr>
          <a:lstStyle/>
          <a:p>
            <a:pPr algn="just">
              <a:lnSpc>
                <a:spcPct val="150000"/>
              </a:lnSpc>
            </a:pPr>
            <a:r>
              <a:rPr lang="id-ID" sz="1600" b="1" dirty="0">
                <a:solidFill>
                  <a:schemeClr val="tx1">
                    <a:lumMod val="65000"/>
                    <a:lumOff val="35000"/>
                  </a:schemeClr>
                </a:solidFill>
              </a:rPr>
              <a:t>Patric Rover</a:t>
            </a:r>
          </a:p>
        </p:txBody>
      </p:sp>
      <p:sp>
        <p:nvSpPr>
          <p:cNvPr id="14" name="TextBox 13">
            <a:extLst>
              <a:ext uri="{FF2B5EF4-FFF2-40B4-BE49-F238E27FC236}">
                <a16:creationId xmlns:a16="http://schemas.microsoft.com/office/drawing/2014/main" id="{6E038A98-F6CE-4FA5-8058-FC54D3148DFD}"/>
              </a:ext>
            </a:extLst>
          </p:cNvPr>
          <p:cNvSpPr txBox="1"/>
          <p:nvPr/>
        </p:nvSpPr>
        <p:spPr>
          <a:xfrm>
            <a:off x="6018704" y="3468145"/>
            <a:ext cx="2194560"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The Ceo Of </a:t>
            </a:r>
            <a:r>
              <a:rPr lang="en-US" sz="1100" b="1" dirty="0" err="1">
                <a:solidFill>
                  <a:schemeClr val="tx1">
                    <a:lumMod val="50000"/>
                    <a:lumOff val="50000"/>
                  </a:schemeClr>
                </a:solidFill>
                <a:effectLst/>
                <a:ea typeface="Times New Roman" panose="02020603050405020304" pitchFamily="18" charset="0"/>
              </a:rPr>
              <a:t>Cinamo</a:t>
            </a:r>
            <a:endParaRPr lang="id-ID" sz="1100" b="1" dirty="0">
              <a:solidFill>
                <a:schemeClr val="tx1">
                  <a:lumMod val="50000"/>
                  <a:lumOff val="50000"/>
                </a:schemeClr>
              </a:solidFill>
              <a:effectLst/>
              <a:ea typeface="Times New Roman" panose="02020603050405020304" pitchFamily="18" charset="0"/>
            </a:endParaRPr>
          </a:p>
        </p:txBody>
      </p:sp>
      <p:sp>
        <p:nvSpPr>
          <p:cNvPr id="31" name="Rectangle 30">
            <a:extLst>
              <a:ext uri="{FF2B5EF4-FFF2-40B4-BE49-F238E27FC236}">
                <a16:creationId xmlns:a16="http://schemas.microsoft.com/office/drawing/2014/main" id="{99BA1153-E1B8-495F-9751-873A0A503D02}"/>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2" name="TextBox 31">
            <a:extLst>
              <a:ext uri="{FF2B5EF4-FFF2-40B4-BE49-F238E27FC236}">
                <a16:creationId xmlns:a16="http://schemas.microsoft.com/office/drawing/2014/main" id="{BE6EF454-5099-49C1-A6D0-E3F8BE9E7A6D}"/>
              </a:ext>
            </a:extLst>
          </p:cNvPr>
          <p:cNvSpPr txBox="1"/>
          <p:nvPr/>
        </p:nvSpPr>
        <p:spPr>
          <a:xfrm>
            <a:off x="11255843" y="5578639"/>
            <a:ext cx="502061" cy="769441"/>
          </a:xfrm>
          <a:prstGeom prst="rect">
            <a:avLst/>
          </a:prstGeom>
          <a:noFill/>
        </p:spPr>
        <p:txBody>
          <a:bodyPr wrap="none" rtlCol="0">
            <a:spAutoFit/>
          </a:bodyPr>
          <a:lstStyle/>
          <a:p>
            <a:pPr algn="r"/>
            <a:fld id="{0A05DCDB-5849-4A92-B715-72B5EC440DF0}" type="slidenum">
              <a:rPr lang="en-ID" sz="4400" smtClean="0">
                <a:solidFill>
                  <a:schemeClr val="bg1">
                    <a:lumMod val="95000"/>
                  </a:schemeClr>
                </a:solidFill>
              </a:rPr>
              <a:pPr algn="r"/>
              <a:t>13</a:t>
            </a:fld>
            <a:endParaRPr lang="en-ID" sz="4400" dirty="0">
              <a:solidFill>
                <a:schemeClr val="bg1">
                  <a:lumMod val="95000"/>
                </a:schemeClr>
              </a:solidFill>
            </a:endParaRPr>
          </a:p>
        </p:txBody>
      </p:sp>
      <p:sp>
        <p:nvSpPr>
          <p:cNvPr id="33" name="TextBox 32">
            <a:extLst>
              <a:ext uri="{FF2B5EF4-FFF2-40B4-BE49-F238E27FC236}">
                <a16:creationId xmlns:a16="http://schemas.microsoft.com/office/drawing/2014/main" id="{AF3A8361-905A-4426-B244-DE8EDD53ED7E}"/>
              </a:ext>
            </a:extLst>
          </p:cNvPr>
          <p:cNvSpPr txBox="1"/>
          <p:nvPr/>
        </p:nvSpPr>
        <p:spPr>
          <a:xfrm>
            <a:off x="6002662" y="1560811"/>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a:t>
            </a:r>
            <a:r>
              <a:rPr lang="en-US" sz="3200" dirty="0" err="1">
                <a:solidFill>
                  <a:schemeClr val="tx1">
                    <a:lumMod val="75000"/>
                    <a:lumOff val="25000"/>
                  </a:schemeClr>
                </a:solidFill>
                <a:effectLst/>
                <a:latin typeface="+mj-lt"/>
                <a:ea typeface="Calibri" panose="020F0502020204030204" pitchFamily="34" charset="0"/>
                <a:cs typeface="Times New Roman" panose="02020603050405020304" pitchFamily="18" charset="0"/>
              </a:rPr>
              <a:t>Cinamo</a:t>
            </a: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 </a:t>
            </a:r>
            <a:r>
              <a:rPr lang="en-US" sz="3200" dirty="0">
                <a:solidFill>
                  <a:schemeClr val="accent4"/>
                </a:solidFill>
                <a:effectLst/>
                <a:latin typeface="+mj-lt"/>
                <a:ea typeface="Calibri" panose="020F0502020204030204" pitchFamily="34" charset="0"/>
                <a:cs typeface="Times New Roman" panose="02020603050405020304" pitchFamily="18" charset="0"/>
              </a:rPr>
              <a:t>CEO And Founder</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EC5EAF92-9030-4DD3-BB97-0F478E9CF82F}"/>
              </a:ext>
            </a:extLst>
          </p:cNvPr>
          <p:cNvSpPr>
            <a:spLocks noGrp="1"/>
          </p:cNvSpPr>
          <p:nvPr>
            <p:ph type="pic" sz="quarter" idx="10"/>
          </p:nvPr>
        </p:nvSpPr>
        <p:spPr/>
      </p:sp>
    </p:spTree>
    <p:extLst>
      <p:ext uri="{BB962C8B-B14F-4D97-AF65-F5344CB8AC3E}">
        <p14:creationId xmlns:p14="http://schemas.microsoft.com/office/powerpoint/2010/main" val="2093981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75000"/>
          </a:schemeClr>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C6542CC-D654-4F08-94A5-A7BD4840FD6D}"/>
              </a:ext>
            </a:extLst>
          </p:cNvPr>
          <p:cNvSpPr txBox="1"/>
          <p:nvPr/>
        </p:nvSpPr>
        <p:spPr>
          <a:xfrm>
            <a:off x="1295400" y="1892325"/>
            <a:ext cx="9601200" cy="571951"/>
          </a:xfrm>
          <a:prstGeom prst="rect">
            <a:avLst/>
          </a:prstGeom>
          <a:noFill/>
        </p:spPr>
        <p:txBody>
          <a:bodyPr wrap="square">
            <a:spAutoFit/>
          </a:bodyPr>
          <a:lstStyle/>
          <a:p>
            <a:pPr marL="0" marR="0" algn="ctr">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Diam donec adipiscing tristique risus nec. Lacus viverra vitae congue eu consequat. Pretium fusce id velit ut tortor pretium viverra. Sit amet dictum sit amet justo. Turpis nunc eget lorem dolor sed viverra. Mi eget mauris pharetra et. Pretium nibh ipsum consequat nisl vel</a:t>
            </a:r>
          </a:p>
        </p:txBody>
      </p:sp>
      <p:sp>
        <p:nvSpPr>
          <p:cNvPr id="63" name="Rectangle 62">
            <a:extLst>
              <a:ext uri="{FF2B5EF4-FFF2-40B4-BE49-F238E27FC236}">
                <a16:creationId xmlns:a16="http://schemas.microsoft.com/office/drawing/2014/main" id="{CD69D427-77A0-4748-BC63-62F22238D53B}"/>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4" name="TextBox 63">
            <a:extLst>
              <a:ext uri="{FF2B5EF4-FFF2-40B4-BE49-F238E27FC236}">
                <a16:creationId xmlns:a16="http://schemas.microsoft.com/office/drawing/2014/main" id="{7513AB71-CFB7-4702-A765-1E20BC3C39B9}"/>
              </a:ext>
            </a:extLst>
          </p:cNvPr>
          <p:cNvSpPr txBox="1"/>
          <p:nvPr/>
        </p:nvSpPr>
        <p:spPr>
          <a:xfrm>
            <a:off x="4203032" y="836583"/>
            <a:ext cx="3785936" cy="584775"/>
          </a:xfrm>
          <a:prstGeom prst="rect">
            <a:avLst/>
          </a:prstGeom>
          <a:noFill/>
        </p:spPr>
        <p:txBody>
          <a:bodyPr wrap="square">
            <a:spAutoFit/>
          </a:bodyPr>
          <a:lstStyle/>
          <a:p>
            <a:pPr marL="0" marR="0" algn="ctr">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a:t>
            </a:r>
            <a:r>
              <a:rPr lang="en-US" sz="3200" dirty="0">
                <a:solidFill>
                  <a:schemeClr val="accent4"/>
                </a:solidFill>
                <a:effectLst/>
                <a:latin typeface="+mj-lt"/>
                <a:ea typeface="Calibri" panose="020F0502020204030204" pitchFamily="34" charset="0"/>
                <a:cs typeface="Times New Roman" panose="02020603050405020304" pitchFamily="18" charset="0"/>
              </a:rPr>
              <a:t>Our Services</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5D2C2CC5-40C6-4B2F-90DB-6ABDC9636CEF}"/>
              </a:ext>
            </a:extLst>
          </p:cNvPr>
          <p:cNvSpPr>
            <a:spLocks noGrp="1"/>
          </p:cNvSpPr>
          <p:nvPr>
            <p:ph type="pic" sz="quarter" idx="10"/>
          </p:nvPr>
        </p:nvSpPr>
        <p:spPr/>
      </p:sp>
    </p:spTree>
    <p:extLst>
      <p:ext uri="{BB962C8B-B14F-4D97-AF65-F5344CB8AC3E}">
        <p14:creationId xmlns:p14="http://schemas.microsoft.com/office/powerpoint/2010/main" val="2693045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DAE82CE3-A139-4904-982E-765120B41FF1}"/>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6" name="TextBox 45">
            <a:extLst>
              <a:ext uri="{FF2B5EF4-FFF2-40B4-BE49-F238E27FC236}">
                <a16:creationId xmlns:a16="http://schemas.microsoft.com/office/drawing/2014/main" id="{86DFF20B-B9A4-41A0-8D8E-775050FC7D24}"/>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15</a:t>
            </a:fld>
            <a:endParaRPr lang="en-ID" sz="4400" dirty="0">
              <a:solidFill>
                <a:schemeClr val="bg1">
                  <a:lumMod val="95000"/>
                </a:schemeClr>
              </a:solidFill>
            </a:endParaRPr>
          </a:p>
        </p:txBody>
      </p:sp>
      <p:sp>
        <p:nvSpPr>
          <p:cNvPr id="48" name="TextBox 47">
            <a:extLst>
              <a:ext uri="{FF2B5EF4-FFF2-40B4-BE49-F238E27FC236}">
                <a16:creationId xmlns:a16="http://schemas.microsoft.com/office/drawing/2014/main" id="{3AC74A06-4885-46FA-AE8B-1ACEF5CC7E4E}"/>
              </a:ext>
            </a:extLst>
          </p:cNvPr>
          <p:cNvSpPr txBox="1"/>
          <p:nvPr/>
        </p:nvSpPr>
        <p:spPr>
          <a:xfrm>
            <a:off x="6015791" y="1608937"/>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We Always Bring </a:t>
            </a:r>
            <a:r>
              <a:rPr lang="en-US" sz="3200" dirty="0">
                <a:solidFill>
                  <a:schemeClr val="accent4"/>
                </a:solidFill>
                <a:effectLst/>
                <a:latin typeface="+mj-lt"/>
                <a:ea typeface="Calibri" panose="020F0502020204030204" pitchFamily="34" charset="0"/>
                <a:cs typeface="Times New Roman" panose="02020603050405020304" pitchFamily="18" charset="0"/>
              </a:rPr>
              <a:t>The Solutions</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49" name="TextBox 48">
            <a:extLst>
              <a:ext uri="{FF2B5EF4-FFF2-40B4-BE49-F238E27FC236}">
                <a16:creationId xmlns:a16="http://schemas.microsoft.com/office/drawing/2014/main" id="{8B6FA8A7-B679-410B-AF98-BAB74903587B}"/>
              </a:ext>
            </a:extLst>
          </p:cNvPr>
          <p:cNvSpPr txBox="1"/>
          <p:nvPr/>
        </p:nvSpPr>
        <p:spPr>
          <a:xfrm>
            <a:off x="6063916" y="3806474"/>
            <a:ext cx="469094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 odio temporol</a:t>
            </a:r>
          </a:p>
        </p:txBody>
      </p:sp>
      <p:sp>
        <p:nvSpPr>
          <p:cNvPr id="50" name="TextBox 49">
            <a:extLst>
              <a:ext uri="{FF2B5EF4-FFF2-40B4-BE49-F238E27FC236}">
                <a16:creationId xmlns:a16="http://schemas.microsoft.com/office/drawing/2014/main" id="{EA463936-5FC4-41D8-BBD9-2CE81FB5AA2B}"/>
              </a:ext>
            </a:extLst>
          </p:cNvPr>
          <p:cNvSpPr txBox="1"/>
          <p:nvPr/>
        </p:nvSpPr>
        <p:spPr>
          <a:xfrm>
            <a:off x="6063916" y="3196473"/>
            <a:ext cx="3058662"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Description Here</a:t>
            </a:r>
            <a:endParaRPr lang="id-ID" sz="1600" b="1" dirty="0">
              <a:solidFill>
                <a:schemeClr val="tx1">
                  <a:lumMod val="65000"/>
                  <a:lumOff val="35000"/>
                </a:schemeClr>
              </a:solidFill>
              <a:effectLst/>
              <a:ea typeface="Times New Roman" panose="02020603050405020304" pitchFamily="18" charset="0"/>
            </a:endParaRPr>
          </a:p>
        </p:txBody>
      </p:sp>
      <p:sp>
        <p:nvSpPr>
          <p:cNvPr id="51" name="TextBox 50">
            <a:extLst>
              <a:ext uri="{FF2B5EF4-FFF2-40B4-BE49-F238E27FC236}">
                <a16:creationId xmlns:a16="http://schemas.microsoft.com/office/drawing/2014/main" id="{D873FF31-950F-4E34-9D64-797A20A98A94}"/>
              </a:ext>
            </a:extLst>
          </p:cNvPr>
          <p:cNvSpPr txBox="1"/>
          <p:nvPr/>
        </p:nvSpPr>
        <p:spPr>
          <a:xfrm>
            <a:off x="6063916" y="3502801"/>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52" name="TextBox 51">
            <a:extLst>
              <a:ext uri="{FF2B5EF4-FFF2-40B4-BE49-F238E27FC236}">
                <a16:creationId xmlns:a16="http://schemas.microsoft.com/office/drawing/2014/main" id="{6CE550F6-40D0-4FC3-9737-FFE23D14A5CF}"/>
              </a:ext>
            </a:extLst>
          </p:cNvPr>
          <p:cNvSpPr txBox="1"/>
          <p:nvPr/>
        </p:nvSpPr>
        <p:spPr>
          <a:xfrm>
            <a:off x="6063916" y="5174856"/>
            <a:ext cx="469094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 odio temporol</a:t>
            </a:r>
          </a:p>
        </p:txBody>
      </p:sp>
      <p:sp>
        <p:nvSpPr>
          <p:cNvPr id="53" name="TextBox 52">
            <a:extLst>
              <a:ext uri="{FF2B5EF4-FFF2-40B4-BE49-F238E27FC236}">
                <a16:creationId xmlns:a16="http://schemas.microsoft.com/office/drawing/2014/main" id="{E294DB4D-7588-4524-B2E8-D565E13BFB97}"/>
              </a:ext>
            </a:extLst>
          </p:cNvPr>
          <p:cNvSpPr txBox="1"/>
          <p:nvPr/>
        </p:nvSpPr>
        <p:spPr>
          <a:xfrm>
            <a:off x="6063916" y="4564855"/>
            <a:ext cx="3058662"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Description Here</a:t>
            </a:r>
            <a:endParaRPr lang="id-ID" sz="1600" b="1" dirty="0">
              <a:solidFill>
                <a:schemeClr val="tx1">
                  <a:lumMod val="65000"/>
                  <a:lumOff val="35000"/>
                </a:schemeClr>
              </a:solidFill>
              <a:effectLst/>
              <a:ea typeface="Times New Roman" panose="02020603050405020304" pitchFamily="18" charset="0"/>
            </a:endParaRPr>
          </a:p>
        </p:txBody>
      </p:sp>
      <p:sp>
        <p:nvSpPr>
          <p:cNvPr id="54" name="TextBox 53">
            <a:extLst>
              <a:ext uri="{FF2B5EF4-FFF2-40B4-BE49-F238E27FC236}">
                <a16:creationId xmlns:a16="http://schemas.microsoft.com/office/drawing/2014/main" id="{EE7AAD68-1F92-41AC-B941-6E4ACD3C5691}"/>
              </a:ext>
            </a:extLst>
          </p:cNvPr>
          <p:cNvSpPr txBox="1"/>
          <p:nvPr/>
        </p:nvSpPr>
        <p:spPr>
          <a:xfrm>
            <a:off x="6063916" y="4871183"/>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2" name="Picture Placeholder 1">
            <a:extLst>
              <a:ext uri="{FF2B5EF4-FFF2-40B4-BE49-F238E27FC236}">
                <a16:creationId xmlns:a16="http://schemas.microsoft.com/office/drawing/2014/main" id="{C8DB8892-8894-4866-A883-DEC1E96B1383}"/>
              </a:ext>
            </a:extLst>
          </p:cNvPr>
          <p:cNvSpPr>
            <a:spLocks noGrp="1"/>
          </p:cNvSpPr>
          <p:nvPr>
            <p:ph type="pic" sz="quarter" idx="10"/>
          </p:nvPr>
        </p:nvSpPr>
        <p:spPr/>
      </p:sp>
    </p:spTree>
    <p:extLst>
      <p:ext uri="{BB962C8B-B14F-4D97-AF65-F5344CB8AC3E}">
        <p14:creationId xmlns:p14="http://schemas.microsoft.com/office/powerpoint/2010/main" val="961480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1F0D01FD-BD98-41E6-AB7B-C8BC153FE0A6}"/>
              </a:ext>
            </a:extLst>
          </p:cNvPr>
          <p:cNvSpPr txBox="1"/>
          <p:nvPr/>
        </p:nvSpPr>
        <p:spPr>
          <a:xfrm>
            <a:off x="6260660" y="1142976"/>
            <a:ext cx="2718680" cy="571951"/>
          </a:xfrm>
          <a:prstGeom prst="rect">
            <a:avLst/>
          </a:prstGeom>
          <a:noFill/>
        </p:spPr>
        <p:txBody>
          <a:bodyPr wrap="square">
            <a:spAutoFit/>
          </a:bodyPr>
          <a:lstStyle/>
          <a:p>
            <a:pPr marL="0" marR="0" algn="ctr">
              <a:lnSpc>
                <a:spcPct val="150000"/>
              </a:lnSpc>
              <a:spcBef>
                <a:spcPts val="1800"/>
              </a:spcBef>
              <a:spcAft>
                <a:spcPts val="1800"/>
              </a:spcAft>
            </a:pPr>
            <a:r>
              <a:rPr lang="id-ID" sz="1100" dirty="0">
                <a:solidFill>
                  <a:schemeClr val="bg1"/>
                </a:solidFill>
                <a:effectLst/>
                <a:ea typeface="Times New Roman" panose="02020603050405020304" pitchFamily="18" charset="0"/>
              </a:rPr>
              <a:t>Diam donec adipiscing tristique risus nec. Lacus viverra vitae cong</a:t>
            </a:r>
          </a:p>
        </p:txBody>
      </p:sp>
      <p:sp>
        <p:nvSpPr>
          <p:cNvPr id="22" name="TextBox 21">
            <a:extLst>
              <a:ext uri="{FF2B5EF4-FFF2-40B4-BE49-F238E27FC236}">
                <a16:creationId xmlns:a16="http://schemas.microsoft.com/office/drawing/2014/main" id="{A8515AF5-790F-4A77-A4F0-50A73CF01A31}"/>
              </a:ext>
            </a:extLst>
          </p:cNvPr>
          <p:cNvSpPr txBox="1"/>
          <p:nvPr/>
        </p:nvSpPr>
        <p:spPr>
          <a:xfrm>
            <a:off x="6453457" y="571075"/>
            <a:ext cx="2333086" cy="420628"/>
          </a:xfrm>
          <a:prstGeom prst="rect">
            <a:avLst/>
          </a:prstGeom>
          <a:noFill/>
        </p:spPr>
        <p:txBody>
          <a:bodyPr wrap="square">
            <a:spAutoFit/>
          </a:bodyPr>
          <a:lstStyle/>
          <a:p>
            <a:pPr marL="0" marR="0" algn="ctr">
              <a:lnSpc>
                <a:spcPct val="150000"/>
              </a:lnSpc>
              <a:spcBef>
                <a:spcPts val="1800"/>
              </a:spcBef>
              <a:spcAft>
                <a:spcPts val="1800"/>
              </a:spcAft>
            </a:pPr>
            <a:r>
              <a:rPr lang="en-US" sz="1600" b="1" dirty="0">
                <a:solidFill>
                  <a:schemeClr val="bg1"/>
                </a:solidFill>
                <a:ea typeface="Times New Roman" panose="02020603050405020304" pitchFamily="18" charset="0"/>
              </a:rPr>
              <a:t>The Project Here</a:t>
            </a:r>
            <a:endParaRPr lang="id-ID" sz="1600" b="1" dirty="0">
              <a:solidFill>
                <a:schemeClr val="bg1"/>
              </a:solidFill>
              <a:effectLst/>
              <a:ea typeface="Times New Roman" panose="02020603050405020304" pitchFamily="18" charset="0"/>
            </a:endParaRPr>
          </a:p>
        </p:txBody>
      </p:sp>
      <p:sp>
        <p:nvSpPr>
          <p:cNvPr id="23" name="TextBox 22">
            <a:extLst>
              <a:ext uri="{FF2B5EF4-FFF2-40B4-BE49-F238E27FC236}">
                <a16:creationId xmlns:a16="http://schemas.microsoft.com/office/drawing/2014/main" id="{4BF15B8B-2FFF-45CF-BFEE-6C74596419AA}"/>
              </a:ext>
            </a:extLst>
          </p:cNvPr>
          <p:cNvSpPr txBox="1"/>
          <p:nvPr/>
        </p:nvSpPr>
        <p:spPr>
          <a:xfrm>
            <a:off x="6453457" y="877403"/>
            <a:ext cx="2333086" cy="318036"/>
          </a:xfrm>
          <a:prstGeom prst="rect">
            <a:avLst/>
          </a:prstGeom>
          <a:noFill/>
        </p:spPr>
        <p:txBody>
          <a:bodyPr wrap="square">
            <a:spAutoFit/>
          </a:bodyPr>
          <a:lstStyle/>
          <a:p>
            <a:pPr marL="0" marR="0" algn="ctr">
              <a:lnSpc>
                <a:spcPct val="150000"/>
              </a:lnSpc>
              <a:spcBef>
                <a:spcPts val="1800"/>
              </a:spcBef>
              <a:spcAft>
                <a:spcPts val="1800"/>
              </a:spcAft>
            </a:pPr>
            <a:r>
              <a:rPr lang="id-ID" sz="1100" b="1" dirty="0">
                <a:solidFill>
                  <a:schemeClr val="bg1"/>
                </a:solidFill>
                <a:effectLst/>
                <a:ea typeface="Times New Roman" panose="02020603050405020304" pitchFamily="18" charset="0"/>
              </a:rPr>
              <a:t>Deatil Project Here</a:t>
            </a:r>
          </a:p>
        </p:txBody>
      </p:sp>
      <p:sp>
        <p:nvSpPr>
          <p:cNvPr id="75" name="TextBox 74">
            <a:extLst>
              <a:ext uri="{FF2B5EF4-FFF2-40B4-BE49-F238E27FC236}">
                <a16:creationId xmlns:a16="http://schemas.microsoft.com/office/drawing/2014/main" id="{5F0F6C76-1B5E-46F6-86F5-66E538138CF6}"/>
              </a:ext>
            </a:extLst>
          </p:cNvPr>
          <p:cNvSpPr txBox="1"/>
          <p:nvPr/>
        </p:nvSpPr>
        <p:spPr>
          <a:xfrm>
            <a:off x="6260660" y="5714975"/>
            <a:ext cx="2718680" cy="571951"/>
          </a:xfrm>
          <a:prstGeom prst="rect">
            <a:avLst/>
          </a:prstGeom>
          <a:noFill/>
        </p:spPr>
        <p:txBody>
          <a:bodyPr wrap="square">
            <a:spAutoFit/>
          </a:bodyPr>
          <a:lstStyle/>
          <a:p>
            <a:pPr marL="0" marR="0" algn="ctr">
              <a:lnSpc>
                <a:spcPct val="150000"/>
              </a:lnSpc>
              <a:spcBef>
                <a:spcPts val="1800"/>
              </a:spcBef>
              <a:spcAft>
                <a:spcPts val="1800"/>
              </a:spcAft>
            </a:pPr>
            <a:r>
              <a:rPr lang="id-ID" sz="1100" dirty="0">
                <a:solidFill>
                  <a:schemeClr val="bg1"/>
                </a:solidFill>
                <a:effectLst/>
                <a:ea typeface="Times New Roman" panose="02020603050405020304" pitchFamily="18" charset="0"/>
              </a:rPr>
              <a:t>Diam donec adipiscing tristique risus nec. Lacus viverra vitae cong</a:t>
            </a:r>
          </a:p>
        </p:txBody>
      </p:sp>
      <p:sp>
        <p:nvSpPr>
          <p:cNvPr id="76" name="TextBox 75">
            <a:extLst>
              <a:ext uri="{FF2B5EF4-FFF2-40B4-BE49-F238E27FC236}">
                <a16:creationId xmlns:a16="http://schemas.microsoft.com/office/drawing/2014/main" id="{B7975F5F-FA86-42C0-A48E-6E246CADF67C}"/>
              </a:ext>
            </a:extLst>
          </p:cNvPr>
          <p:cNvSpPr txBox="1"/>
          <p:nvPr/>
        </p:nvSpPr>
        <p:spPr>
          <a:xfrm>
            <a:off x="6453457" y="5143074"/>
            <a:ext cx="2333086" cy="420628"/>
          </a:xfrm>
          <a:prstGeom prst="rect">
            <a:avLst/>
          </a:prstGeom>
          <a:noFill/>
        </p:spPr>
        <p:txBody>
          <a:bodyPr wrap="square">
            <a:spAutoFit/>
          </a:bodyPr>
          <a:lstStyle/>
          <a:p>
            <a:pPr marL="0" marR="0" algn="ctr">
              <a:lnSpc>
                <a:spcPct val="150000"/>
              </a:lnSpc>
              <a:spcBef>
                <a:spcPts val="1800"/>
              </a:spcBef>
              <a:spcAft>
                <a:spcPts val="1800"/>
              </a:spcAft>
            </a:pPr>
            <a:r>
              <a:rPr lang="en-US" sz="1600" b="1" dirty="0">
                <a:solidFill>
                  <a:schemeClr val="bg1"/>
                </a:solidFill>
                <a:ea typeface="Times New Roman" panose="02020603050405020304" pitchFamily="18" charset="0"/>
              </a:rPr>
              <a:t>The Project Here</a:t>
            </a:r>
            <a:endParaRPr lang="id-ID" sz="1600" b="1" dirty="0">
              <a:solidFill>
                <a:schemeClr val="bg1"/>
              </a:solidFill>
              <a:effectLst/>
              <a:ea typeface="Times New Roman" panose="02020603050405020304" pitchFamily="18" charset="0"/>
            </a:endParaRPr>
          </a:p>
        </p:txBody>
      </p:sp>
      <p:sp>
        <p:nvSpPr>
          <p:cNvPr id="77" name="TextBox 76">
            <a:extLst>
              <a:ext uri="{FF2B5EF4-FFF2-40B4-BE49-F238E27FC236}">
                <a16:creationId xmlns:a16="http://schemas.microsoft.com/office/drawing/2014/main" id="{E2BF3E25-9BAE-47CE-AEA8-5736884BA3D9}"/>
              </a:ext>
            </a:extLst>
          </p:cNvPr>
          <p:cNvSpPr txBox="1"/>
          <p:nvPr/>
        </p:nvSpPr>
        <p:spPr>
          <a:xfrm>
            <a:off x="6453457" y="5449402"/>
            <a:ext cx="2333086" cy="318036"/>
          </a:xfrm>
          <a:prstGeom prst="rect">
            <a:avLst/>
          </a:prstGeom>
          <a:noFill/>
        </p:spPr>
        <p:txBody>
          <a:bodyPr wrap="square">
            <a:spAutoFit/>
          </a:bodyPr>
          <a:lstStyle/>
          <a:p>
            <a:pPr marL="0" marR="0" algn="ctr">
              <a:lnSpc>
                <a:spcPct val="150000"/>
              </a:lnSpc>
              <a:spcBef>
                <a:spcPts val="1800"/>
              </a:spcBef>
              <a:spcAft>
                <a:spcPts val="1800"/>
              </a:spcAft>
            </a:pPr>
            <a:r>
              <a:rPr lang="id-ID" sz="1100" b="1" dirty="0">
                <a:solidFill>
                  <a:schemeClr val="bg1"/>
                </a:solidFill>
                <a:effectLst/>
                <a:ea typeface="Times New Roman" panose="02020603050405020304" pitchFamily="18" charset="0"/>
              </a:rPr>
              <a:t>Deatil Project Here</a:t>
            </a:r>
          </a:p>
        </p:txBody>
      </p:sp>
      <p:sp>
        <p:nvSpPr>
          <p:cNvPr id="109" name="TextBox 108">
            <a:extLst>
              <a:ext uri="{FF2B5EF4-FFF2-40B4-BE49-F238E27FC236}">
                <a16:creationId xmlns:a16="http://schemas.microsoft.com/office/drawing/2014/main" id="{89D7F1C2-4571-40B3-A0BA-B2B66E083DC3}"/>
              </a:ext>
            </a:extLst>
          </p:cNvPr>
          <p:cNvSpPr txBox="1"/>
          <p:nvPr/>
        </p:nvSpPr>
        <p:spPr>
          <a:xfrm>
            <a:off x="9308660" y="3428976"/>
            <a:ext cx="2718680" cy="571951"/>
          </a:xfrm>
          <a:prstGeom prst="rect">
            <a:avLst/>
          </a:prstGeom>
          <a:noFill/>
        </p:spPr>
        <p:txBody>
          <a:bodyPr wrap="square">
            <a:spAutoFit/>
          </a:bodyPr>
          <a:lstStyle/>
          <a:p>
            <a:pPr marL="0" marR="0" algn="ctr">
              <a:lnSpc>
                <a:spcPct val="150000"/>
              </a:lnSpc>
              <a:spcBef>
                <a:spcPts val="1800"/>
              </a:spcBef>
              <a:spcAft>
                <a:spcPts val="1800"/>
              </a:spcAft>
            </a:pPr>
            <a:r>
              <a:rPr lang="id-ID" sz="1100" dirty="0">
                <a:solidFill>
                  <a:schemeClr val="bg1"/>
                </a:solidFill>
                <a:effectLst/>
                <a:ea typeface="Times New Roman" panose="02020603050405020304" pitchFamily="18" charset="0"/>
              </a:rPr>
              <a:t>Diam donec adipiscing tristique risus nec. Lacus viverra vitae cong</a:t>
            </a:r>
          </a:p>
        </p:txBody>
      </p:sp>
      <p:sp>
        <p:nvSpPr>
          <p:cNvPr id="110" name="TextBox 109">
            <a:extLst>
              <a:ext uri="{FF2B5EF4-FFF2-40B4-BE49-F238E27FC236}">
                <a16:creationId xmlns:a16="http://schemas.microsoft.com/office/drawing/2014/main" id="{B9C60BFA-C035-49EC-AC31-45408850FEE7}"/>
              </a:ext>
            </a:extLst>
          </p:cNvPr>
          <p:cNvSpPr txBox="1"/>
          <p:nvPr/>
        </p:nvSpPr>
        <p:spPr>
          <a:xfrm>
            <a:off x="9501457" y="2857075"/>
            <a:ext cx="2333086" cy="420628"/>
          </a:xfrm>
          <a:prstGeom prst="rect">
            <a:avLst/>
          </a:prstGeom>
          <a:noFill/>
        </p:spPr>
        <p:txBody>
          <a:bodyPr wrap="square">
            <a:spAutoFit/>
          </a:bodyPr>
          <a:lstStyle/>
          <a:p>
            <a:pPr marL="0" marR="0" algn="ctr">
              <a:lnSpc>
                <a:spcPct val="150000"/>
              </a:lnSpc>
              <a:spcBef>
                <a:spcPts val="1800"/>
              </a:spcBef>
              <a:spcAft>
                <a:spcPts val="1800"/>
              </a:spcAft>
            </a:pPr>
            <a:r>
              <a:rPr lang="en-US" sz="1600" b="1" dirty="0">
                <a:solidFill>
                  <a:schemeClr val="bg1"/>
                </a:solidFill>
                <a:ea typeface="Times New Roman" panose="02020603050405020304" pitchFamily="18" charset="0"/>
              </a:rPr>
              <a:t>The Project Here</a:t>
            </a:r>
            <a:endParaRPr lang="id-ID" sz="1600" b="1" dirty="0">
              <a:solidFill>
                <a:schemeClr val="bg1"/>
              </a:solidFill>
              <a:effectLst/>
              <a:ea typeface="Times New Roman" panose="02020603050405020304" pitchFamily="18" charset="0"/>
            </a:endParaRPr>
          </a:p>
        </p:txBody>
      </p:sp>
      <p:sp>
        <p:nvSpPr>
          <p:cNvPr id="111" name="TextBox 110">
            <a:extLst>
              <a:ext uri="{FF2B5EF4-FFF2-40B4-BE49-F238E27FC236}">
                <a16:creationId xmlns:a16="http://schemas.microsoft.com/office/drawing/2014/main" id="{43C338C9-49A5-4A33-8A8B-19EC0912B74D}"/>
              </a:ext>
            </a:extLst>
          </p:cNvPr>
          <p:cNvSpPr txBox="1"/>
          <p:nvPr/>
        </p:nvSpPr>
        <p:spPr>
          <a:xfrm>
            <a:off x="9501457" y="3163403"/>
            <a:ext cx="2333086" cy="318036"/>
          </a:xfrm>
          <a:prstGeom prst="rect">
            <a:avLst/>
          </a:prstGeom>
          <a:noFill/>
        </p:spPr>
        <p:txBody>
          <a:bodyPr wrap="square">
            <a:spAutoFit/>
          </a:bodyPr>
          <a:lstStyle/>
          <a:p>
            <a:pPr marL="0" marR="0" algn="ctr">
              <a:lnSpc>
                <a:spcPct val="150000"/>
              </a:lnSpc>
              <a:spcBef>
                <a:spcPts val="1800"/>
              </a:spcBef>
              <a:spcAft>
                <a:spcPts val="1800"/>
              </a:spcAft>
            </a:pPr>
            <a:r>
              <a:rPr lang="id-ID" sz="1100" b="1" dirty="0">
                <a:solidFill>
                  <a:schemeClr val="bg1"/>
                </a:solidFill>
                <a:effectLst/>
                <a:ea typeface="Times New Roman" panose="02020603050405020304" pitchFamily="18" charset="0"/>
              </a:rPr>
              <a:t>Deatil Project Here</a:t>
            </a:r>
          </a:p>
        </p:txBody>
      </p:sp>
      <p:sp>
        <p:nvSpPr>
          <p:cNvPr id="78" name="Rectangle 77">
            <a:extLst>
              <a:ext uri="{FF2B5EF4-FFF2-40B4-BE49-F238E27FC236}">
                <a16:creationId xmlns:a16="http://schemas.microsoft.com/office/drawing/2014/main" id="{1995A1B6-B1AB-47F4-A41E-484F26D9C156}"/>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9" name="TextBox 78">
            <a:extLst>
              <a:ext uri="{FF2B5EF4-FFF2-40B4-BE49-F238E27FC236}">
                <a16:creationId xmlns:a16="http://schemas.microsoft.com/office/drawing/2014/main" id="{3F0E9276-3B0D-4390-85B3-1C90475E08F3}"/>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80" name="TextBox 79">
            <a:extLst>
              <a:ext uri="{FF2B5EF4-FFF2-40B4-BE49-F238E27FC236}">
                <a16:creationId xmlns:a16="http://schemas.microsoft.com/office/drawing/2014/main" id="{6AE4C38B-7E27-45EE-A129-0D43A90686F0}"/>
              </a:ext>
            </a:extLst>
          </p:cNvPr>
          <p:cNvSpPr txBox="1"/>
          <p:nvPr/>
        </p:nvSpPr>
        <p:spPr>
          <a:xfrm>
            <a:off x="1424103" y="3254393"/>
            <a:ext cx="4328997" cy="1333698"/>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viverra tellus in hac habitasse platea dictumst. Rutrum tellus pellentesque eu tincidunt tortor aliquam. Nisl suscipit adipiscing bibendum est ultricies integer quis auctor</a:t>
            </a:r>
          </a:p>
        </p:txBody>
      </p:sp>
      <p:sp>
        <p:nvSpPr>
          <p:cNvPr id="81" name="TextBox 80">
            <a:extLst>
              <a:ext uri="{FF2B5EF4-FFF2-40B4-BE49-F238E27FC236}">
                <a16:creationId xmlns:a16="http://schemas.microsoft.com/office/drawing/2014/main" id="{D4B225C6-0CE4-479F-AE7D-EB0474CFA2D8}"/>
              </a:ext>
            </a:extLst>
          </p:cNvPr>
          <p:cNvSpPr txBox="1"/>
          <p:nvPr/>
        </p:nvSpPr>
        <p:spPr>
          <a:xfrm>
            <a:off x="1424102" y="4661421"/>
            <a:ext cx="4328997" cy="825867"/>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viverra tellus in hac habitasse plateadictu</a:t>
            </a:r>
          </a:p>
        </p:txBody>
      </p:sp>
      <p:sp>
        <p:nvSpPr>
          <p:cNvPr id="82" name="TextBox 81">
            <a:extLst>
              <a:ext uri="{FF2B5EF4-FFF2-40B4-BE49-F238E27FC236}">
                <a16:creationId xmlns:a16="http://schemas.microsoft.com/office/drawing/2014/main" id="{D25BC1B6-C74D-4690-B7CB-FAC461CC5B5D}"/>
              </a:ext>
            </a:extLst>
          </p:cNvPr>
          <p:cNvSpPr txBox="1"/>
          <p:nvPr/>
        </p:nvSpPr>
        <p:spPr>
          <a:xfrm>
            <a:off x="1421097" y="1512685"/>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Our Newest </a:t>
            </a:r>
            <a:r>
              <a:rPr lang="en-US" sz="3200" dirty="0">
                <a:solidFill>
                  <a:schemeClr val="accent4"/>
                </a:solidFill>
                <a:effectLst/>
                <a:latin typeface="+mj-lt"/>
                <a:ea typeface="Calibri" panose="020F0502020204030204" pitchFamily="34" charset="0"/>
                <a:cs typeface="Times New Roman" panose="02020603050405020304" pitchFamily="18" charset="0"/>
              </a:rPr>
              <a:t>Project Here</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673A353D-1D81-4B87-ADA6-22DE46211981}"/>
              </a:ext>
            </a:extLst>
          </p:cNvPr>
          <p:cNvSpPr>
            <a:spLocks noGrp="1"/>
          </p:cNvSpPr>
          <p:nvPr>
            <p:ph type="pic" sz="quarter" idx="10"/>
          </p:nvPr>
        </p:nvSpPr>
        <p:spPr/>
      </p:sp>
      <p:sp>
        <p:nvSpPr>
          <p:cNvPr id="3" name="Picture Placeholder 2">
            <a:extLst>
              <a:ext uri="{FF2B5EF4-FFF2-40B4-BE49-F238E27FC236}">
                <a16:creationId xmlns:a16="http://schemas.microsoft.com/office/drawing/2014/main" id="{7D2300A1-D375-41E2-9BC0-A686413BDCB3}"/>
              </a:ext>
            </a:extLst>
          </p:cNvPr>
          <p:cNvSpPr>
            <a:spLocks noGrp="1"/>
          </p:cNvSpPr>
          <p:nvPr>
            <p:ph type="pic" sz="quarter" idx="11"/>
          </p:nvPr>
        </p:nvSpPr>
        <p:spPr/>
      </p:sp>
      <p:sp>
        <p:nvSpPr>
          <p:cNvPr id="4" name="Picture Placeholder 3">
            <a:extLst>
              <a:ext uri="{FF2B5EF4-FFF2-40B4-BE49-F238E27FC236}">
                <a16:creationId xmlns:a16="http://schemas.microsoft.com/office/drawing/2014/main" id="{57389D45-813F-472B-9DF0-26770D111450}"/>
              </a:ext>
            </a:extLst>
          </p:cNvPr>
          <p:cNvSpPr>
            <a:spLocks noGrp="1"/>
          </p:cNvSpPr>
          <p:nvPr>
            <p:ph type="pic" sz="quarter" idx="12"/>
          </p:nvPr>
        </p:nvSpPr>
        <p:spPr/>
      </p:sp>
    </p:spTree>
    <p:extLst>
      <p:ext uri="{BB962C8B-B14F-4D97-AF65-F5344CB8AC3E}">
        <p14:creationId xmlns:p14="http://schemas.microsoft.com/office/powerpoint/2010/main" val="3967719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6F7CC672-1600-429E-8B36-5A0EE6D3309E}"/>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2" name="TextBox 61">
            <a:extLst>
              <a:ext uri="{FF2B5EF4-FFF2-40B4-BE49-F238E27FC236}">
                <a16:creationId xmlns:a16="http://schemas.microsoft.com/office/drawing/2014/main" id="{E562A53F-17D4-4BBC-B897-CB44090F4232}"/>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17</a:t>
            </a:fld>
            <a:endParaRPr lang="en-ID" sz="4400" dirty="0">
              <a:solidFill>
                <a:schemeClr val="bg1">
                  <a:lumMod val="95000"/>
                </a:schemeClr>
              </a:solidFill>
            </a:endParaRPr>
          </a:p>
        </p:txBody>
      </p:sp>
      <p:sp>
        <p:nvSpPr>
          <p:cNvPr id="64" name="TextBox 63">
            <a:extLst>
              <a:ext uri="{FF2B5EF4-FFF2-40B4-BE49-F238E27FC236}">
                <a16:creationId xmlns:a16="http://schemas.microsoft.com/office/drawing/2014/main" id="{813D6361-6A8E-4A8D-BD79-D479CC3E43F8}"/>
              </a:ext>
            </a:extLst>
          </p:cNvPr>
          <p:cNvSpPr txBox="1"/>
          <p:nvPr/>
        </p:nvSpPr>
        <p:spPr>
          <a:xfrm>
            <a:off x="6015791" y="1608937"/>
            <a:ext cx="3106787"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Our </a:t>
            </a:r>
            <a:r>
              <a:rPr lang="en-US" sz="3200" dirty="0">
                <a:solidFill>
                  <a:schemeClr val="accent4"/>
                </a:solidFill>
                <a:effectLst/>
                <a:latin typeface="+mj-lt"/>
                <a:ea typeface="Calibri" panose="020F0502020204030204" pitchFamily="34" charset="0"/>
                <a:cs typeface="Times New Roman" panose="02020603050405020304" pitchFamily="18" charset="0"/>
              </a:rPr>
              <a:t>Latest Project</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65" name="TextBox 64">
            <a:extLst>
              <a:ext uri="{FF2B5EF4-FFF2-40B4-BE49-F238E27FC236}">
                <a16:creationId xmlns:a16="http://schemas.microsoft.com/office/drawing/2014/main" id="{5418B739-B150-4920-A0BE-23173097423D}"/>
              </a:ext>
            </a:extLst>
          </p:cNvPr>
          <p:cNvSpPr txBox="1"/>
          <p:nvPr/>
        </p:nvSpPr>
        <p:spPr>
          <a:xfrm>
            <a:off x="6063916" y="3806474"/>
            <a:ext cx="469094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 odio temporol</a:t>
            </a:r>
          </a:p>
        </p:txBody>
      </p:sp>
      <p:sp>
        <p:nvSpPr>
          <p:cNvPr id="66" name="TextBox 65">
            <a:extLst>
              <a:ext uri="{FF2B5EF4-FFF2-40B4-BE49-F238E27FC236}">
                <a16:creationId xmlns:a16="http://schemas.microsoft.com/office/drawing/2014/main" id="{82D45FFE-8112-4B57-9E3C-64A172943102}"/>
              </a:ext>
            </a:extLst>
          </p:cNvPr>
          <p:cNvSpPr txBox="1"/>
          <p:nvPr/>
        </p:nvSpPr>
        <p:spPr>
          <a:xfrm>
            <a:off x="6063916" y="3196473"/>
            <a:ext cx="2037347"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The Project Here</a:t>
            </a:r>
            <a:endParaRPr lang="id-ID" sz="1600" b="1" dirty="0">
              <a:solidFill>
                <a:schemeClr val="tx1">
                  <a:lumMod val="65000"/>
                  <a:lumOff val="35000"/>
                </a:schemeClr>
              </a:solidFill>
              <a:effectLst/>
              <a:ea typeface="Times New Roman" panose="02020603050405020304" pitchFamily="18" charset="0"/>
            </a:endParaRPr>
          </a:p>
        </p:txBody>
      </p:sp>
      <p:sp>
        <p:nvSpPr>
          <p:cNvPr id="67" name="TextBox 66">
            <a:extLst>
              <a:ext uri="{FF2B5EF4-FFF2-40B4-BE49-F238E27FC236}">
                <a16:creationId xmlns:a16="http://schemas.microsoft.com/office/drawing/2014/main" id="{263E902A-D70F-4E78-9CDB-BE8C64561E2F}"/>
              </a:ext>
            </a:extLst>
          </p:cNvPr>
          <p:cNvSpPr txBox="1"/>
          <p:nvPr/>
        </p:nvSpPr>
        <p:spPr>
          <a:xfrm>
            <a:off x="6063916" y="3502801"/>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68" name="TextBox 67">
            <a:extLst>
              <a:ext uri="{FF2B5EF4-FFF2-40B4-BE49-F238E27FC236}">
                <a16:creationId xmlns:a16="http://schemas.microsoft.com/office/drawing/2014/main" id="{E65BC7B4-4396-4E72-9278-A7B128CC8EA2}"/>
              </a:ext>
            </a:extLst>
          </p:cNvPr>
          <p:cNvSpPr txBox="1"/>
          <p:nvPr/>
        </p:nvSpPr>
        <p:spPr>
          <a:xfrm>
            <a:off x="6063916" y="5174856"/>
            <a:ext cx="469094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 odio temporol</a:t>
            </a:r>
          </a:p>
        </p:txBody>
      </p:sp>
      <p:sp>
        <p:nvSpPr>
          <p:cNvPr id="69" name="TextBox 68">
            <a:extLst>
              <a:ext uri="{FF2B5EF4-FFF2-40B4-BE49-F238E27FC236}">
                <a16:creationId xmlns:a16="http://schemas.microsoft.com/office/drawing/2014/main" id="{70B89D71-F4E4-4D4C-99C4-E64BFF5CBC5F}"/>
              </a:ext>
            </a:extLst>
          </p:cNvPr>
          <p:cNvSpPr txBox="1"/>
          <p:nvPr/>
        </p:nvSpPr>
        <p:spPr>
          <a:xfrm>
            <a:off x="6063916" y="4564855"/>
            <a:ext cx="2037347"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The Project Here</a:t>
            </a:r>
            <a:endParaRPr lang="id-ID" sz="1600" b="1" dirty="0">
              <a:solidFill>
                <a:schemeClr val="tx1">
                  <a:lumMod val="65000"/>
                  <a:lumOff val="35000"/>
                </a:schemeClr>
              </a:solidFill>
              <a:effectLst/>
              <a:ea typeface="Times New Roman" panose="02020603050405020304" pitchFamily="18" charset="0"/>
            </a:endParaRPr>
          </a:p>
        </p:txBody>
      </p:sp>
      <p:sp>
        <p:nvSpPr>
          <p:cNvPr id="70" name="TextBox 69">
            <a:extLst>
              <a:ext uri="{FF2B5EF4-FFF2-40B4-BE49-F238E27FC236}">
                <a16:creationId xmlns:a16="http://schemas.microsoft.com/office/drawing/2014/main" id="{CC7B22E7-5F26-475A-BFCA-396B842EA914}"/>
              </a:ext>
            </a:extLst>
          </p:cNvPr>
          <p:cNvSpPr txBox="1"/>
          <p:nvPr/>
        </p:nvSpPr>
        <p:spPr>
          <a:xfrm>
            <a:off x="6063916" y="4871183"/>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2" name="Picture Placeholder 1">
            <a:extLst>
              <a:ext uri="{FF2B5EF4-FFF2-40B4-BE49-F238E27FC236}">
                <a16:creationId xmlns:a16="http://schemas.microsoft.com/office/drawing/2014/main" id="{8D660C2A-15A5-4251-A996-9E8E392BF164}"/>
              </a:ext>
            </a:extLst>
          </p:cNvPr>
          <p:cNvSpPr>
            <a:spLocks noGrp="1"/>
          </p:cNvSpPr>
          <p:nvPr>
            <p:ph type="pic" sz="quarter" idx="10"/>
          </p:nvPr>
        </p:nvSpPr>
        <p:spPr/>
      </p:sp>
    </p:spTree>
    <p:extLst>
      <p:ext uri="{BB962C8B-B14F-4D97-AF65-F5344CB8AC3E}">
        <p14:creationId xmlns:p14="http://schemas.microsoft.com/office/powerpoint/2010/main" val="2386204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226C6ED-261D-4491-83BD-3DD096C8E81B}"/>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TextBox 17">
            <a:extLst>
              <a:ext uri="{FF2B5EF4-FFF2-40B4-BE49-F238E27FC236}">
                <a16:creationId xmlns:a16="http://schemas.microsoft.com/office/drawing/2014/main" id="{AE0D937F-2B47-4C33-AF04-36F9998EE302}"/>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18</a:t>
            </a:fld>
            <a:endParaRPr lang="en-ID" sz="4400" dirty="0">
              <a:solidFill>
                <a:schemeClr val="bg1">
                  <a:lumMod val="95000"/>
                </a:schemeClr>
              </a:solidFill>
            </a:endParaRPr>
          </a:p>
        </p:txBody>
      </p:sp>
      <p:sp>
        <p:nvSpPr>
          <p:cNvPr id="11" name="TextBox 10">
            <a:extLst>
              <a:ext uri="{FF2B5EF4-FFF2-40B4-BE49-F238E27FC236}">
                <a16:creationId xmlns:a16="http://schemas.microsoft.com/office/drawing/2014/main" id="{1E22B277-EB15-463B-9E1C-F25D028C349B}"/>
              </a:ext>
            </a:extLst>
          </p:cNvPr>
          <p:cNvSpPr txBox="1"/>
          <p:nvPr/>
        </p:nvSpPr>
        <p:spPr>
          <a:xfrm>
            <a:off x="6009324" y="1672984"/>
            <a:ext cx="3487788" cy="2123658"/>
          </a:xfrm>
          <a:prstGeom prst="rect">
            <a:avLst/>
          </a:prstGeom>
          <a:noFill/>
        </p:spPr>
        <p:txBody>
          <a:bodyPr wrap="square">
            <a:spAutoFit/>
          </a:bodyPr>
          <a:lstStyle/>
          <a:p>
            <a:pPr marL="0" marR="0">
              <a:spcBef>
                <a:spcPts val="0"/>
              </a:spcBef>
              <a:spcAft>
                <a:spcPts val="800"/>
              </a:spcAft>
            </a:pPr>
            <a:r>
              <a:rPr lang="en-US" sz="6600" dirty="0">
                <a:solidFill>
                  <a:schemeClr val="accent4"/>
                </a:solidFill>
                <a:effectLst/>
                <a:latin typeface="+mj-lt"/>
                <a:ea typeface="Calibri" panose="020F0502020204030204" pitchFamily="34" charset="0"/>
                <a:cs typeface="Times New Roman" panose="02020603050405020304" pitchFamily="18" charset="0"/>
              </a:rPr>
              <a:t>Its Time </a:t>
            </a:r>
            <a:r>
              <a:rPr lang="en-US" sz="6600" dirty="0">
                <a:effectLst/>
                <a:latin typeface="+mj-lt"/>
                <a:ea typeface="Calibri" panose="020F0502020204030204" pitchFamily="34" charset="0"/>
                <a:cs typeface="Times New Roman" panose="02020603050405020304" pitchFamily="18" charset="0"/>
              </a:rPr>
              <a:t>To Break</a:t>
            </a:r>
            <a:endParaRPr lang="id-ID" sz="6600" dirty="0">
              <a:effectLst/>
              <a:latin typeface="+mj-lt"/>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C39E3699-D1FB-48C6-99D9-F5232D5F68EF}"/>
              </a:ext>
            </a:extLst>
          </p:cNvPr>
          <p:cNvSpPr/>
          <p:nvPr/>
        </p:nvSpPr>
        <p:spPr>
          <a:xfrm>
            <a:off x="7675722" y="4058531"/>
            <a:ext cx="4516277" cy="2887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TextBox 22">
            <a:extLst>
              <a:ext uri="{FF2B5EF4-FFF2-40B4-BE49-F238E27FC236}">
                <a16:creationId xmlns:a16="http://schemas.microsoft.com/office/drawing/2014/main" id="{2FFC371B-7BFF-4D39-BE0C-ACC1D496EDD6}"/>
              </a:ext>
            </a:extLst>
          </p:cNvPr>
          <p:cNvSpPr txBox="1"/>
          <p:nvPr/>
        </p:nvSpPr>
        <p:spPr>
          <a:xfrm>
            <a:off x="6009324" y="4625220"/>
            <a:ext cx="4722844" cy="825867"/>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viverra tellus in hac habitasse platea dictumst. Rutrum tellus pellen</a:t>
            </a:r>
          </a:p>
        </p:txBody>
      </p:sp>
      <p:sp>
        <p:nvSpPr>
          <p:cNvPr id="5" name="Picture Placeholder 4">
            <a:extLst>
              <a:ext uri="{FF2B5EF4-FFF2-40B4-BE49-F238E27FC236}">
                <a16:creationId xmlns:a16="http://schemas.microsoft.com/office/drawing/2014/main" id="{5114B4A7-1E6D-4F43-9972-DA8D9D1A8124}"/>
              </a:ext>
            </a:extLst>
          </p:cNvPr>
          <p:cNvSpPr>
            <a:spLocks noGrp="1"/>
          </p:cNvSpPr>
          <p:nvPr>
            <p:ph type="pic" sz="quarter" idx="10"/>
          </p:nvPr>
        </p:nvSpPr>
        <p:spPr/>
      </p:sp>
    </p:spTree>
    <p:extLst>
      <p:ext uri="{BB962C8B-B14F-4D97-AF65-F5344CB8AC3E}">
        <p14:creationId xmlns:p14="http://schemas.microsoft.com/office/powerpoint/2010/main" val="1225633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EE8E59F-AD71-4DFA-9FA8-D28CA0ED0DD6}"/>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TextBox 15">
            <a:extLst>
              <a:ext uri="{FF2B5EF4-FFF2-40B4-BE49-F238E27FC236}">
                <a16:creationId xmlns:a16="http://schemas.microsoft.com/office/drawing/2014/main" id="{9EFFD4E0-43FF-4F2B-9E02-DDEF2E2DC8FA}"/>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19</a:t>
            </a:fld>
            <a:endParaRPr lang="en-ID" sz="4400" dirty="0">
              <a:solidFill>
                <a:schemeClr val="bg1">
                  <a:lumMod val="95000"/>
                </a:schemeClr>
              </a:solidFill>
            </a:endParaRPr>
          </a:p>
        </p:txBody>
      </p:sp>
      <p:sp>
        <p:nvSpPr>
          <p:cNvPr id="18" name="TextBox 17">
            <a:extLst>
              <a:ext uri="{FF2B5EF4-FFF2-40B4-BE49-F238E27FC236}">
                <a16:creationId xmlns:a16="http://schemas.microsoft.com/office/drawing/2014/main" id="{A58CFB79-F030-4046-B1DF-06E459593B10}"/>
              </a:ext>
            </a:extLst>
          </p:cNvPr>
          <p:cNvSpPr txBox="1"/>
          <p:nvPr/>
        </p:nvSpPr>
        <p:spPr>
          <a:xfrm>
            <a:off x="6859783" y="3254393"/>
            <a:ext cx="3856343" cy="1333698"/>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viverra tellus in hac habitasse platea dictumst. Rutrum tellus pellentesque eu tincidunt tortor aliquam. Nisl suscipit adipiscing</a:t>
            </a:r>
          </a:p>
        </p:txBody>
      </p:sp>
      <p:sp>
        <p:nvSpPr>
          <p:cNvPr id="19" name="TextBox 18">
            <a:extLst>
              <a:ext uri="{FF2B5EF4-FFF2-40B4-BE49-F238E27FC236}">
                <a16:creationId xmlns:a16="http://schemas.microsoft.com/office/drawing/2014/main" id="{BCA88169-676C-46CF-97EE-792648115173}"/>
              </a:ext>
            </a:extLst>
          </p:cNvPr>
          <p:cNvSpPr txBox="1"/>
          <p:nvPr/>
        </p:nvSpPr>
        <p:spPr>
          <a:xfrm>
            <a:off x="6859782" y="4661421"/>
            <a:ext cx="3856343" cy="825867"/>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vira tellinha</a:t>
            </a:r>
          </a:p>
        </p:txBody>
      </p:sp>
      <p:sp>
        <p:nvSpPr>
          <p:cNvPr id="20" name="TextBox 19">
            <a:extLst>
              <a:ext uri="{FF2B5EF4-FFF2-40B4-BE49-F238E27FC236}">
                <a16:creationId xmlns:a16="http://schemas.microsoft.com/office/drawing/2014/main" id="{506E2580-A209-4D9D-BAF0-AED93A681136}"/>
              </a:ext>
            </a:extLst>
          </p:cNvPr>
          <p:cNvSpPr txBox="1"/>
          <p:nvPr/>
        </p:nvSpPr>
        <p:spPr>
          <a:xfrm>
            <a:off x="6840735" y="1512685"/>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Newest </a:t>
            </a:r>
            <a:r>
              <a:rPr lang="en-US" sz="3200" dirty="0">
                <a:solidFill>
                  <a:schemeClr val="accent4"/>
                </a:solidFill>
                <a:effectLst/>
                <a:latin typeface="+mj-lt"/>
                <a:ea typeface="Calibri" panose="020F0502020204030204" pitchFamily="34" charset="0"/>
                <a:cs typeface="Times New Roman" panose="02020603050405020304" pitchFamily="18" charset="0"/>
              </a:rPr>
              <a:t>Project Here</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674F965F-6CF1-4B26-9FD5-8FE185D8071F}"/>
              </a:ext>
            </a:extLst>
          </p:cNvPr>
          <p:cNvSpPr>
            <a:spLocks noGrp="1"/>
          </p:cNvSpPr>
          <p:nvPr>
            <p:ph type="pic" sz="quarter" idx="10"/>
          </p:nvPr>
        </p:nvSpPr>
        <p:spPr/>
      </p:sp>
      <p:sp>
        <p:nvSpPr>
          <p:cNvPr id="3" name="Picture Placeholder 2">
            <a:extLst>
              <a:ext uri="{FF2B5EF4-FFF2-40B4-BE49-F238E27FC236}">
                <a16:creationId xmlns:a16="http://schemas.microsoft.com/office/drawing/2014/main" id="{80BC2909-8EAE-4E64-91DE-C38B6A2F0463}"/>
              </a:ext>
            </a:extLst>
          </p:cNvPr>
          <p:cNvSpPr>
            <a:spLocks noGrp="1"/>
          </p:cNvSpPr>
          <p:nvPr>
            <p:ph type="pic" sz="quarter" idx="11"/>
          </p:nvPr>
        </p:nvSpPr>
        <p:spPr/>
      </p:sp>
    </p:spTree>
    <p:extLst>
      <p:ext uri="{BB962C8B-B14F-4D97-AF65-F5344CB8AC3E}">
        <p14:creationId xmlns:p14="http://schemas.microsoft.com/office/powerpoint/2010/main" val="3311327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FAF3260-F41A-471F-960F-B2A8B10A4684}"/>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ectangle 18">
            <a:extLst>
              <a:ext uri="{FF2B5EF4-FFF2-40B4-BE49-F238E27FC236}">
                <a16:creationId xmlns:a16="http://schemas.microsoft.com/office/drawing/2014/main" id="{928E34C8-74EE-490E-8B7A-1F86E75A2432}"/>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TextBox 22">
            <a:extLst>
              <a:ext uri="{FF2B5EF4-FFF2-40B4-BE49-F238E27FC236}">
                <a16:creationId xmlns:a16="http://schemas.microsoft.com/office/drawing/2014/main" id="{EB35A905-4CEB-4504-9973-9A11DC98228F}"/>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20</a:t>
            </a:fld>
            <a:endParaRPr lang="en-ID" sz="4400" dirty="0">
              <a:solidFill>
                <a:schemeClr val="bg1">
                  <a:lumMod val="95000"/>
                </a:schemeClr>
              </a:solidFill>
            </a:endParaRPr>
          </a:p>
        </p:txBody>
      </p:sp>
      <p:sp>
        <p:nvSpPr>
          <p:cNvPr id="24" name="TextBox 23">
            <a:extLst>
              <a:ext uri="{FF2B5EF4-FFF2-40B4-BE49-F238E27FC236}">
                <a16:creationId xmlns:a16="http://schemas.microsoft.com/office/drawing/2014/main" id="{7AB0B43A-AA49-445E-933C-84EFB4EBE00F}"/>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28" name="Rectangle 27">
            <a:extLst>
              <a:ext uri="{FF2B5EF4-FFF2-40B4-BE49-F238E27FC236}">
                <a16:creationId xmlns:a16="http://schemas.microsoft.com/office/drawing/2014/main" id="{4A766A80-FC67-4CFA-BE98-634A0DC01A47}"/>
              </a:ext>
            </a:extLst>
          </p:cNvPr>
          <p:cNvSpPr/>
          <p:nvPr/>
        </p:nvSpPr>
        <p:spPr>
          <a:xfrm>
            <a:off x="1437138" y="3543497"/>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29" name="Rectangle 28">
            <a:extLst>
              <a:ext uri="{FF2B5EF4-FFF2-40B4-BE49-F238E27FC236}">
                <a16:creationId xmlns:a16="http://schemas.microsoft.com/office/drawing/2014/main" id="{10A37FF7-FFBA-4EE8-839B-169E5134AA3B}"/>
              </a:ext>
            </a:extLst>
          </p:cNvPr>
          <p:cNvSpPr/>
          <p:nvPr/>
        </p:nvSpPr>
        <p:spPr>
          <a:xfrm>
            <a:off x="1437138" y="3025439"/>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Portfolio Here</a:t>
            </a:r>
            <a:endParaRPr lang="id-ID" sz="1600" b="1" dirty="0">
              <a:solidFill>
                <a:schemeClr val="tx1">
                  <a:lumMod val="65000"/>
                  <a:lumOff val="35000"/>
                </a:schemeClr>
              </a:solidFill>
            </a:endParaRPr>
          </a:p>
        </p:txBody>
      </p:sp>
      <p:sp>
        <p:nvSpPr>
          <p:cNvPr id="30" name="Rectangle 29">
            <a:extLst>
              <a:ext uri="{FF2B5EF4-FFF2-40B4-BE49-F238E27FC236}">
                <a16:creationId xmlns:a16="http://schemas.microsoft.com/office/drawing/2014/main" id="{CEC0387F-49D5-4E47-9B3D-BBB9A8257A89}"/>
              </a:ext>
            </a:extLst>
          </p:cNvPr>
          <p:cNvSpPr/>
          <p:nvPr/>
        </p:nvSpPr>
        <p:spPr>
          <a:xfrm>
            <a:off x="4017303" y="3543497"/>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31" name="Rectangle 30">
            <a:extLst>
              <a:ext uri="{FF2B5EF4-FFF2-40B4-BE49-F238E27FC236}">
                <a16:creationId xmlns:a16="http://schemas.microsoft.com/office/drawing/2014/main" id="{BA1754DB-32C7-49CC-9AF3-6E9D03A29027}"/>
              </a:ext>
            </a:extLst>
          </p:cNvPr>
          <p:cNvSpPr/>
          <p:nvPr/>
        </p:nvSpPr>
        <p:spPr>
          <a:xfrm>
            <a:off x="4017303" y="3025439"/>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Portfolio Here</a:t>
            </a:r>
            <a:endParaRPr lang="id-ID" sz="1600" b="1" dirty="0">
              <a:solidFill>
                <a:schemeClr val="tx1">
                  <a:lumMod val="65000"/>
                  <a:lumOff val="35000"/>
                </a:schemeClr>
              </a:solidFill>
            </a:endParaRPr>
          </a:p>
        </p:txBody>
      </p:sp>
      <p:sp>
        <p:nvSpPr>
          <p:cNvPr id="32" name="Rectangle 31">
            <a:extLst>
              <a:ext uri="{FF2B5EF4-FFF2-40B4-BE49-F238E27FC236}">
                <a16:creationId xmlns:a16="http://schemas.microsoft.com/office/drawing/2014/main" id="{93BC21A3-F1B7-4B40-8956-C2A4B1FCD22F}"/>
              </a:ext>
            </a:extLst>
          </p:cNvPr>
          <p:cNvSpPr/>
          <p:nvPr/>
        </p:nvSpPr>
        <p:spPr>
          <a:xfrm>
            <a:off x="1437138" y="5064691"/>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33" name="Rectangle 32">
            <a:extLst>
              <a:ext uri="{FF2B5EF4-FFF2-40B4-BE49-F238E27FC236}">
                <a16:creationId xmlns:a16="http://schemas.microsoft.com/office/drawing/2014/main" id="{07F48AD7-8308-468D-A34A-521602755E35}"/>
              </a:ext>
            </a:extLst>
          </p:cNvPr>
          <p:cNvSpPr/>
          <p:nvPr/>
        </p:nvSpPr>
        <p:spPr>
          <a:xfrm>
            <a:off x="1437138" y="4546633"/>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Portfolio Here</a:t>
            </a:r>
            <a:endParaRPr lang="id-ID" sz="1600" b="1" dirty="0">
              <a:solidFill>
                <a:schemeClr val="tx1">
                  <a:lumMod val="65000"/>
                  <a:lumOff val="35000"/>
                </a:schemeClr>
              </a:solidFill>
            </a:endParaRPr>
          </a:p>
        </p:txBody>
      </p:sp>
      <p:sp>
        <p:nvSpPr>
          <p:cNvPr id="34" name="Rectangle 33">
            <a:extLst>
              <a:ext uri="{FF2B5EF4-FFF2-40B4-BE49-F238E27FC236}">
                <a16:creationId xmlns:a16="http://schemas.microsoft.com/office/drawing/2014/main" id="{101DE04C-594F-4492-8D27-892F71D4C8C4}"/>
              </a:ext>
            </a:extLst>
          </p:cNvPr>
          <p:cNvSpPr/>
          <p:nvPr/>
        </p:nvSpPr>
        <p:spPr>
          <a:xfrm>
            <a:off x="4017303" y="5064691"/>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35" name="Rectangle 34">
            <a:extLst>
              <a:ext uri="{FF2B5EF4-FFF2-40B4-BE49-F238E27FC236}">
                <a16:creationId xmlns:a16="http://schemas.microsoft.com/office/drawing/2014/main" id="{B9F81C59-FB6F-4E60-B01A-FB5F23B091B6}"/>
              </a:ext>
            </a:extLst>
          </p:cNvPr>
          <p:cNvSpPr/>
          <p:nvPr/>
        </p:nvSpPr>
        <p:spPr>
          <a:xfrm>
            <a:off x="4017303" y="4546633"/>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Portfolio Here</a:t>
            </a:r>
            <a:endParaRPr lang="id-ID" sz="1600" b="1" dirty="0">
              <a:solidFill>
                <a:schemeClr val="tx1">
                  <a:lumMod val="65000"/>
                  <a:lumOff val="35000"/>
                </a:schemeClr>
              </a:solidFill>
            </a:endParaRPr>
          </a:p>
        </p:txBody>
      </p:sp>
      <p:sp>
        <p:nvSpPr>
          <p:cNvPr id="36" name="TextBox 35">
            <a:extLst>
              <a:ext uri="{FF2B5EF4-FFF2-40B4-BE49-F238E27FC236}">
                <a16:creationId xmlns:a16="http://schemas.microsoft.com/office/drawing/2014/main" id="{9407BB8D-2F49-43A9-A144-CB97791ABA5A}"/>
              </a:ext>
            </a:extLst>
          </p:cNvPr>
          <p:cNvSpPr txBox="1"/>
          <p:nvPr/>
        </p:nvSpPr>
        <p:spPr>
          <a:xfrm>
            <a:off x="1437138" y="3313306"/>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Portfolio</a:t>
            </a:r>
            <a:endParaRPr lang="id-ID" sz="1100" b="1" dirty="0">
              <a:solidFill>
                <a:schemeClr val="tx1">
                  <a:lumMod val="50000"/>
                  <a:lumOff val="50000"/>
                </a:schemeClr>
              </a:solidFill>
              <a:effectLst/>
              <a:ea typeface="Times New Roman" panose="02020603050405020304" pitchFamily="18" charset="0"/>
            </a:endParaRPr>
          </a:p>
        </p:txBody>
      </p:sp>
      <p:sp>
        <p:nvSpPr>
          <p:cNvPr id="37" name="TextBox 36">
            <a:extLst>
              <a:ext uri="{FF2B5EF4-FFF2-40B4-BE49-F238E27FC236}">
                <a16:creationId xmlns:a16="http://schemas.microsoft.com/office/drawing/2014/main" id="{913C1DF9-D432-4480-A435-1317C8FDE4EE}"/>
              </a:ext>
            </a:extLst>
          </p:cNvPr>
          <p:cNvSpPr txBox="1"/>
          <p:nvPr/>
        </p:nvSpPr>
        <p:spPr>
          <a:xfrm>
            <a:off x="1437138" y="4826066"/>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Portfolio</a:t>
            </a:r>
            <a:endParaRPr lang="id-ID" sz="1100" b="1" dirty="0">
              <a:solidFill>
                <a:schemeClr val="tx1">
                  <a:lumMod val="50000"/>
                  <a:lumOff val="50000"/>
                </a:schemeClr>
              </a:solidFill>
              <a:effectLst/>
              <a:ea typeface="Times New Roman" panose="02020603050405020304" pitchFamily="18" charset="0"/>
            </a:endParaRPr>
          </a:p>
        </p:txBody>
      </p:sp>
      <p:sp>
        <p:nvSpPr>
          <p:cNvPr id="38" name="TextBox 37">
            <a:extLst>
              <a:ext uri="{FF2B5EF4-FFF2-40B4-BE49-F238E27FC236}">
                <a16:creationId xmlns:a16="http://schemas.microsoft.com/office/drawing/2014/main" id="{26A4E114-D462-4256-9EE4-E1840217C44A}"/>
              </a:ext>
            </a:extLst>
          </p:cNvPr>
          <p:cNvSpPr txBox="1"/>
          <p:nvPr/>
        </p:nvSpPr>
        <p:spPr>
          <a:xfrm>
            <a:off x="4017303" y="3313306"/>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Portfolio</a:t>
            </a:r>
            <a:endParaRPr lang="id-ID" sz="1100" b="1" dirty="0">
              <a:solidFill>
                <a:schemeClr val="tx1">
                  <a:lumMod val="50000"/>
                  <a:lumOff val="50000"/>
                </a:schemeClr>
              </a:solidFill>
              <a:effectLst/>
              <a:ea typeface="Times New Roman" panose="02020603050405020304" pitchFamily="18" charset="0"/>
            </a:endParaRPr>
          </a:p>
        </p:txBody>
      </p:sp>
      <p:sp>
        <p:nvSpPr>
          <p:cNvPr id="39" name="TextBox 38">
            <a:extLst>
              <a:ext uri="{FF2B5EF4-FFF2-40B4-BE49-F238E27FC236}">
                <a16:creationId xmlns:a16="http://schemas.microsoft.com/office/drawing/2014/main" id="{564CE4B2-94AA-4AE6-BC22-9D084AE297B5}"/>
              </a:ext>
            </a:extLst>
          </p:cNvPr>
          <p:cNvSpPr txBox="1"/>
          <p:nvPr/>
        </p:nvSpPr>
        <p:spPr>
          <a:xfrm>
            <a:off x="4017303" y="4826066"/>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Portfolio</a:t>
            </a:r>
            <a:endParaRPr lang="id-ID" sz="1100" b="1" dirty="0">
              <a:solidFill>
                <a:schemeClr val="tx1">
                  <a:lumMod val="50000"/>
                  <a:lumOff val="50000"/>
                </a:schemeClr>
              </a:solidFill>
              <a:effectLst/>
              <a:ea typeface="Times New Roman" panose="02020603050405020304" pitchFamily="18" charset="0"/>
            </a:endParaRPr>
          </a:p>
        </p:txBody>
      </p:sp>
      <p:sp>
        <p:nvSpPr>
          <p:cNvPr id="40" name="TextBox 39">
            <a:extLst>
              <a:ext uri="{FF2B5EF4-FFF2-40B4-BE49-F238E27FC236}">
                <a16:creationId xmlns:a16="http://schemas.microsoft.com/office/drawing/2014/main" id="{6E8FB7F9-BBD6-4B96-9B77-55426028A3F8}"/>
              </a:ext>
            </a:extLst>
          </p:cNvPr>
          <p:cNvSpPr txBox="1"/>
          <p:nvPr/>
        </p:nvSpPr>
        <p:spPr>
          <a:xfrm>
            <a:off x="1405055" y="1272055"/>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a:t>
            </a:r>
            <a:r>
              <a:rPr lang="en-US" sz="3200" dirty="0" err="1">
                <a:solidFill>
                  <a:schemeClr val="tx1">
                    <a:lumMod val="75000"/>
                    <a:lumOff val="25000"/>
                  </a:schemeClr>
                </a:solidFill>
                <a:effectLst/>
                <a:latin typeface="+mj-lt"/>
                <a:ea typeface="Calibri" panose="020F0502020204030204" pitchFamily="34" charset="0"/>
                <a:cs typeface="Times New Roman" panose="02020603050405020304" pitchFamily="18" charset="0"/>
              </a:rPr>
              <a:t>Cinamo</a:t>
            </a: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 </a:t>
            </a:r>
            <a:r>
              <a:rPr lang="en-US" sz="3200" dirty="0">
                <a:solidFill>
                  <a:schemeClr val="accent4"/>
                </a:solidFill>
                <a:effectLst/>
                <a:latin typeface="+mj-lt"/>
                <a:ea typeface="Calibri" panose="020F0502020204030204" pitchFamily="34" charset="0"/>
                <a:cs typeface="Times New Roman" panose="02020603050405020304" pitchFamily="18" charset="0"/>
              </a:rPr>
              <a:t>Portfolio Here</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1C9BF087-119B-4BFB-A030-80B38565BDE7}"/>
              </a:ext>
            </a:extLst>
          </p:cNvPr>
          <p:cNvSpPr>
            <a:spLocks noGrp="1"/>
          </p:cNvSpPr>
          <p:nvPr>
            <p:ph type="pic" sz="quarter" idx="10"/>
          </p:nvPr>
        </p:nvSpPr>
        <p:spPr/>
      </p:sp>
    </p:spTree>
    <p:extLst>
      <p:ext uri="{BB962C8B-B14F-4D97-AF65-F5344CB8AC3E}">
        <p14:creationId xmlns:p14="http://schemas.microsoft.com/office/powerpoint/2010/main" val="1574781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B316302-A109-4717-B235-1E69D15061EA}"/>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Rectangle 27">
            <a:extLst>
              <a:ext uri="{FF2B5EF4-FFF2-40B4-BE49-F238E27FC236}">
                <a16:creationId xmlns:a16="http://schemas.microsoft.com/office/drawing/2014/main" id="{CB1BE095-8CD6-488C-BD96-040FED623490}"/>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9" name="TextBox 28">
            <a:extLst>
              <a:ext uri="{FF2B5EF4-FFF2-40B4-BE49-F238E27FC236}">
                <a16:creationId xmlns:a16="http://schemas.microsoft.com/office/drawing/2014/main" id="{84B0DB5A-AD26-42B2-A90B-37BE24CF4A17}"/>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21</a:t>
            </a:fld>
            <a:endParaRPr lang="en-ID" sz="4400" dirty="0">
              <a:solidFill>
                <a:schemeClr val="bg1">
                  <a:lumMod val="95000"/>
                </a:schemeClr>
              </a:solidFill>
            </a:endParaRPr>
          </a:p>
        </p:txBody>
      </p:sp>
      <p:sp>
        <p:nvSpPr>
          <p:cNvPr id="30" name="TextBox 29">
            <a:extLst>
              <a:ext uri="{FF2B5EF4-FFF2-40B4-BE49-F238E27FC236}">
                <a16:creationId xmlns:a16="http://schemas.microsoft.com/office/drawing/2014/main" id="{E6D8B417-663C-445A-AD5D-786D9190B292}"/>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31" name="TextBox 30">
            <a:extLst>
              <a:ext uri="{FF2B5EF4-FFF2-40B4-BE49-F238E27FC236}">
                <a16:creationId xmlns:a16="http://schemas.microsoft.com/office/drawing/2014/main" id="{B896C266-FA47-4C70-A0BC-6704C8CB5DAE}"/>
              </a:ext>
            </a:extLst>
          </p:cNvPr>
          <p:cNvSpPr txBox="1"/>
          <p:nvPr/>
        </p:nvSpPr>
        <p:spPr>
          <a:xfrm>
            <a:off x="6015791" y="1608937"/>
            <a:ext cx="3106787"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Something New </a:t>
            </a:r>
            <a:r>
              <a:rPr lang="en-US" sz="3200" dirty="0">
                <a:solidFill>
                  <a:schemeClr val="accent4"/>
                </a:solidFill>
                <a:effectLst/>
                <a:latin typeface="+mj-lt"/>
                <a:ea typeface="Calibri" panose="020F0502020204030204" pitchFamily="34" charset="0"/>
                <a:cs typeface="Times New Roman" panose="02020603050405020304" pitchFamily="18" charset="0"/>
              </a:rPr>
              <a:t>And Solution</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32" name="TextBox 31">
            <a:extLst>
              <a:ext uri="{FF2B5EF4-FFF2-40B4-BE49-F238E27FC236}">
                <a16:creationId xmlns:a16="http://schemas.microsoft.com/office/drawing/2014/main" id="{4A1471EE-1402-480A-86FD-4C06D885264B}"/>
              </a:ext>
            </a:extLst>
          </p:cNvPr>
          <p:cNvSpPr txBox="1"/>
          <p:nvPr/>
        </p:nvSpPr>
        <p:spPr>
          <a:xfrm>
            <a:off x="6063916" y="3806474"/>
            <a:ext cx="469094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 odio temporol</a:t>
            </a:r>
          </a:p>
        </p:txBody>
      </p:sp>
      <p:sp>
        <p:nvSpPr>
          <p:cNvPr id="33" name="TextBox 32">
            <a:extLst>
              <a:ext uri="{FF2B5EF4-FFF2-40B4-BE49-F238E27FC236}">
                <a16:creationId xmlns:a16="http://schemas.microsoft.com/office/drawing/2014/main" id="{E96EB27C-01E9-42D0-933B-6AA936F44EE7}"/>
              </a:ext>
            </a:extLst>
          </p:cNvPr>
          <p:cNvSpPr txBox="1"/>
          <p:nvPr/>
        </p:nvSpPr>
        <p:spPr>
          <a:xfrm>
            <a:off x="6063916" y="3196473"/>
            <a:ext cx="2037347"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The Solution</a:t>
            </a:r>
            <a:endParaRPr lang="id-ID" sz="1600" b="1" dirty="0">
              <a:solidFill>
                <a:schemeClr val="tx1">
                  <a:lumMod val="65000"/>
                  <a:lumOff val="35000"/>
                </a:schemeClr>
              </a:solidFill>
              <a:effectLst/>
              <a:ea typeface="Times New Roman" panose="02020603050405020304" pitchFamily="18" charset="0"/>
            </a:endParaRPr>
          </a:p>
        </p:txBody>
      </p:sp>
      <p:sp>
        <p:nvSpPr>
          <p:cNvPr id="34" name="TextBox 33">
            <a:extLst>
              <a:ext uri="{FF2B5EF4-FFF2-40B4-BE49-F238E27FC236}">
                <a16:creationId xmlns:a16="http://schemas.microsoft.com/office/drawing/2014/main" id="{54497078-71D1-4C9A-A38A-B48FF0BEC54F}"/>
              </a:ext>
            </a:extLst>
          </p:cNvPr>
          <p:cNvSpPr txBox="1"/>
          <p:nvPr/>
        </p:nvSpPr>
        <p:spPr>
          <a:xfrm>
            <a:off x="6063916" y="3502801"/>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35" name="TextBox 34">
            <a:extLst>
              <a:ext uri="{FF2B5EF4-FFF2-40B4-BE49-F238E27FC236}">
                <a16:creationId xmlns:a16="http://schemas.microsoft.com/office/drawing/2014/main" id="{2E481E97-E85D-458C-917A-0E1D6B514F96}"/>
              </a:ext>
            </a:extLst>
          </p:cNvPr>
          <p:cNvSpPr txBox="1"/>
          <p:nvPr/>
        </p:nvSpPr>
        <p:spPr>
          <a:xfrm>
            <a:off x="6063916" y="5174856"/>
            <a:ext cx="469094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 odio temporol</a:t>
            </a:r>
          </a:p>
        </p:txBody>
      </p:sp>
      <p:sp>
        <p:nvSpPr>
          <p:cNvPr id="36" name="TextBox 35">
            <a:extLst>
              <a:ext uri="{FF2B5EF4-FFF2-40B4-BE49-F238E27FC236}">
                <a16:creationId xmlns:a16="http://schemas.microsoft.com/office/drawing/2014/main" id="{733478C4-8FA4-4394-ABC3-189B09364546}"/>
              </a:ext>
            </a:extLst>
          </p:cNvPr>
          <p:cNvSpPr txBox="1"/>
          <p:nvPr/>
        </p:nvSpPr>
        <p:spPr>
          <a:xfrm>
            <a:off x="6063916" y="4564855"/>
            <a:ext cx="2037347"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The Solution</a:t>
            </a:r>
            <a:endParaRPr lang="id-ID" sz="1600" b="1" dirty="0">
              <a:solidFill>
                <a:schemeClr val="tx1">
                  <a:lumMod val="65000"/>
                  <a:lumOff val="35000"/>
                </a:schemeClr>
              </a:solidFill>
              <a:effectLst/>
              <a:ea typeface="Times New Roman" panose="02020603050405020304" pitchFamily="18" charset="0"/>
            </a:endParaRPr>
          </a:p>
        </p:txBody>
      </p:sp>
      <p:sp>
        <p:nvSpPr>
          <p:cNvPr id="37" name="TextBox 36">
            <a:extLst>
              <a:ext uri="{FF2B5EF4-FFF2-40B4-BE49-F238E27FC236}">
                <a16:creationId xmlns:a16="http://schemas.microsoft.com/office/drawing/2014/main" id="{05E8E14D-28A9-495F-92FE-3BE5B1D6A889}"/>
              </a:ext>
            </a:extLst>
          </p:cNvPr>
          <p:cNvSpPr txBox="1"/>
          <p:nvPr/>
        </p:nvSpPr>
        <p:spPr>
          <a:xfrm>
            <a:off x="6063916" y="4871183"/>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3" name="Picture Placeholder 2">
            <a:extLst>
              <a:ext uri="{FF2B5EF4-FFF2-40B4-BE49-F238E27FC236}">
                <a16:creationId xmlns:a16="http://schemas.microsoft.com/office/drawing/2014/main" id="{19DF3682-37A1-4989-9D9C-ABC408060737}"/>
              </a:ext>
            </a:extLst>
          </p:cNvPr>
          <p:cNvSpPr>
            <a:spLocks noGrp="1"/>
          </p:cNvSpPr>
          <p:nvPr>
            <p:ph type="pic" sz="quarter" idx="10"/>
          </p:nvPr>
        </p:nvSpPr>
        <p:spPr/>
      </p:sp>
    </p:spTree>
    <p:extLst>
      <p:ext uri="{BB962C8B-B14F-4D97-AF65-F5344CB8AC3E}">
        <p14:creationId xmlns:p14="http://schemas.microsoft.com/office/powerpoint/2010/main" val="3598488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6864BEB-983F-4B4D-9CD2-9463EC46FF9C}"/>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TextBox 26">
            <a:extLst>
              <a:ext uri="{FF2B5EF4-FFF2-40B4-BE49-F238E27FC236}">
                <a16:creationId xmlns:a16="http://schemas.microsoft.com/office/drawing/2014/main" id="{6C45BE43-880B-440D-AF90-0778BBCA0E08}"/>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28" name="TextBox 27">
            <a:extLst>
              <a:ext uri="{FF2B5EF4-FFF2-40B4-BE49-F238E27FC236}">
                <a16:creationId xmlns:a16="http://schemas.microsoft.com/office/drawing/2014/main" id="{A99879E6-AA14-4DA0-9758-FB86C746C338}"/>
              </a:ext>
            </a:extLst>
          </p:cNvPr>
          <p:cNvSpPr txBox="1"/>
          <p:nvPr/>
        </p:nvSpPr>
        <p:spPr>
          <a:xfrm>
            <a:off x="1421509" y="3222309"/>
            <a:ext cx="3856343" cy="1333698"/>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viverra tellus in hac habitasse platea dictumst. Rutrum tellus pellentesque eu tincidunt tortor aliquam. Nisl suscipit adipiscing</a:t>
            </a:r>
          </a:p>
        </p:txBody>
      </p:sp>
      <p:sp>
        <p:nvSpPr>
          <p:cNvPr id="29" name="TextBox 28">
            <a:extLst>
              <a:ext uri="{FF2B5EF4-FFF2-40B4-BE49-F238E27FC236}">
                <a16:creationId xmlns:a16="http://schemas.microsoft.com/office/drawing/2014/main" id="{500B0AA8-CC4A-4561-B6C8-4E5E1CBEC64A}"/>
              </a:ext>
            </a:extLst>
          </p:cNvPr>
          <p:cNvSpPr txBox="1"/>
          <p:nvPr/>
        </p:nvSpPr>
        <p:spPr>
          <a:xfrm>
            <a:off x="1421508" y="4629337"/>
            <a:ext cx="3856343" cy="825867"/>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vira tellinha</a:t>
            </a:r>
          </a:p>
        </p:txBody>
      </p:sp>
      <p:sp>
        <p:nvSpPr>
          <p:cNvPr id="30" name="TextBox 29">
            <a:extLst>
              <a:ext uri="{FF2B5EF4-FFF2-40B4-BE49-F238E27FC236}">
                <a16:creationId xmlns:a16="http://schemas.microsoft.com/office/drawing/2014/main" id="{5292D183-C64C-4345-B336-3C71F0E92ECE}"/>
              </a:ext>
            </a:extLst>
          </p:cNvPr>
          <p:cNvSpPr txBox="1"/>
          <p:nvPr/>
        </p:nvSpPr>
        <p:spPr>
          <a:xfrm>
            <a:off x="1418503" y="1464559"/>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Our Newest </a:t>
            </a:r>
            <a:r>
              <a:rPr lang="en-US" sz="3200" dirty="0">
                <a:solidFill>
                  <a:schemeClr val="accent4"/>
                </a:solidFill>
                <a:effectLst/>
                <a:latin typeface="+mj-lt"/>
                <a:ea typeface="Calibri" panose="020F0502020204030204" pitchFamily="34" charset="0"/>
                <a:cs typeface="Times New Roman" panose="02020603050405020304" pitchFamily="18" charset="0"/>
              </a:rPr>
              <a:t>Project Here</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FF384CCE-6F49-4ED0-B53D-6A777348FB59}"/>
              </a:ext>
            </a:extLst>
          </p:cNvPr>
          <p:cNvSpPr>
            <a:spLocks noGrp="1"/>
          </p:cNvSpPr>
          <p:nvPr>
            <p:ph type="pic" sz="quarter" idx="10"/>
          </p:nvPr>
        </p:nvSpPr>
        <p:spPr/>
      </p:sp>
      <p:sp>
        <p:nvSpPr>
          <p:cNvPr id="3" name="Picture Placeholder 2">
            <a:extLst>
              <a:ext uri="{FF2B5EF4-FFF2-40B4-BE49-F238E27FC236}">
                <a16:creationId xmlns:a16="http://schemas.microsoft.com/office/drawing/2014/main" id="{0C23B4D0-C09B-4C85-834A-57211BF57691}"/>
              </a:ext>
            </a:extLst>
          </p:cNvPr>
          <p:cNvSpPr>
            <a:spLocks noGrp="1"/>
          </p:cNvSpPr>
          <p:nvPr>
            <p:ph type="pic" sz="quarter" idx="11"/>
          </p:nvPr>
        </p:nvSpPr>
        <p:spPr/>
      </p:sp>
    </p:spTree>
    <p:extLst>
      <p:ext uri="{BB962C8B-B14F-4D97-AF65-F5344CB8AC3E}">
        <p14:creationId xmlns:p14="http://schemas.microsoft.com/office/powerpoint/2010/main" val="2314542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C39ECA8-2933-4B98-A9CE-9851162278E6}"/>
              </a:ext>
            </a:extLst>
          </p:cNvPr>
          <p:cNvSpPr txBox="1"/>
          <p:nvPr/>
        </p:nvSpPr>
        <p:spPr>
          <a:xfrm>
            <a:off x="886862" y="5456831"/>
            <a:ext cx="3324472" cy="571951"/>
          </a:xfrm>
          <a:prstGeom prst="rect">
            <a:avLst/>
          </a:prstGeom>
          <a:noFill/>
        </p:spPr>
        <p:txBody>
          <a:bodyPr wrap="square">
            <a:spAutoFit/>
          </a:bodyPr>
          <a:lstStyle/>
          <a:p>
            <a:pPr marL="0" marR="0" algn="ctr">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Tristique nulla aliquet enim tortor at auctor urna nunc Maecenas accumsan lacus vel</a:t>
            </a:r>
          </a:p>
        </p:txBody>
      </p:sp>
      <p:sp>
        <p:nvSpPr>
          <p:cNvPr id="16" name="TextBox 15">
            <a:extLst>
              <a:ext uri="{FF2B5EF4-FFF2-40B4-BE49-F238E27FC236}">
                <a16:creationId xmlns:a16="http://schemas.microsoft.com/office/drawing/2014/main" id="{59A0A314-67DA-4401-B1C8-74633160B189}"/>
              </a:ext>
            </a:extLst>
          </p:cNvPr>
          <p:cNvSpPr txBox="1"/>
          <p:nvPr/>
        </p:nvSpPr>
        <p:spPr>
          <a:xfrm>
            <a:off x="1019766" y="5056380"/>
            <a:ext cx="3058662" cy="420628"/>
          </a:xfrm>
          <a:prstGeom prst="rect">
            <a:avLst/>
          </a:prstGeom>
          <a:noFill/>
        </p:spPr>
        <p:txBody>
          <a:bodyPr wrap="square">
            <a:spAutoFit/>
          </a:bodyPr>
          <a:lstStyle/>
          <a:p>
            <a:pPr marL="0" marR="0" algn="ctr">
              <a:lnSpc>
                <a:spcPct val="150000"/>
              </a:lnSpc>
              <a:spcBef>
                <a:spcPts val="1800"/>
              </a:spcBef>
              <a:spcAft>
                <a:spcPts val="1800"/>
              </a:spcAft>
            </a:pPr>
            <a:r>
              <a:rPr lang="en-US" sz="1600" b="1" dirty="0">
                <a:solidFill>
                  <a:schemeClr val="tx1">
                    <a:lumMod val="65000"/>
                    <a:lumOff val="35000"/>
                  </a:schemeClr>
                </a:solidFill>
                <a:effectLst/>
                <a:ea typeface="Times New Roman" panose="02020603050405020304" pitchFamily="18" charset="0"/>
              </a:rPr>
              <a:t>The Topic Here</a:t>
            </a:r>
            <a:endParaRPr lang="id-ID" sz="1600" b="1" dirty="0">
              <a:solidFill>
                <a:schemeClr val="tx1">
                  <a:lumMod val="65000"/>
                  <a:lumOff val="35000"/>
                </a:schemeClr>
              </a:solidFill>
              <a:effectLst/>
              <a:ea typeface="Times New Roman" panose="02020603050405020304" pitchFamily="18" charset="0"/>
            </a:endParaRPr>
          </a:p>
        </p:txBody>
      </p:sp>
      <p:sp>
        <p:nvSpPr>
          <p:cNvPr id="22" name="TextBox 21">
            <a:extLst>
              <a:ext uri="{FF2B5EF4-FFF2-40B4-BE49-F238E27FC236}">
                <a16:creationId xmlns:a16="http://schemas.microsoft.com/office/drawing/2014/main" id="{BFC938FF-ED41-4490-86E1-FDA4DF3753EE}"/>
              </a:ext>
            </a:extLst>
          </p:cNvPr>
          <p:cNvSpPr txBox="1"/>
          <p:nvPr/>
        </p:nvSpPr>
        <p:spPr>
          <a:xfrm>
            <a:off x="4433764" y="5456831"/>
            <a:ext cx="3324472" cy="571951"/>
          </a:xfrm>
          <a:prstGeom prst="rect">
            <a:avLst/>
          </a:prstGeom>
          <a:noFill/>
        </p:spPr>
        <p:txBody>
          <a:bodyPr wrap="square">
            <a:spAutoFit/>
          </a:bodyPr>
          <a:lstStyle/>
          <a:p>
            <a:pPr marL="0" marR="0" algn="ctr">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Tristique nulla aliquet enim tortor at auctor urna nunc Maecenas accumsan lacus vel</a:t>
            </a:r>
          </a:p>
        </p:txBody>
      </p:sp>
      <p:sp>
        <p:nvSpPr>
          <p:cNvPr id="23" name="TextBox 22">
            <a:extLst>
              <a:ext uri="{FF2B5EF4-FFF2-40B4-BE49-F238E27FC236}">
                <a16:creationId xmlns:a16="http://schemas.microsoft.com/office/drawing/2014/main" id="{746180EE-04B1-48D5-8ACF-0EBD64405CE8}"/>
              </a:ext>
            </a:extLst>
          </p:cNvPr>
          <p:cNvSpPr txBox="1"/>
          <p:nvPr/>
        </p:nvSpPr>
        <p:spPr>
          <a:xfrm>
            <a:off x="4566668" y="5056380"/>
            <a:ext cx="3058662" cy="420628"/>
          </a:xfrm>
          <a:prstGeom prst="rect">
            <a:avLst/>
          </a:prstGeom>
          <a:noFill/>
        </p:spPr>
        <p:txBody>
          <a:bodyPr wrap="square">
            <a:spAutoFit/>
          </a:bodyPr>
          <a:lstStyle/>
          <a:p>
            <a:pPr marL="0" marR="0" algn="ctr">
              <a:lnSpc>
                <a:spcPct val="150000"/>
              </a:lnSpc>
              <a:spcBef>
                <a:spcPts val="1800"/>
              </a:spcBef>
              <a:spcAft>
                <a:spcPts val="1800"/>
              </a:spcAft>
            </a:pPr>
            <a:r>
              <a:rPr lang="en-US" sz="1600" b="1" dirty="0">
                <a:solidFill>
                  <a:schemeClr val="tx1">
                    <a:lumMod val="65000"/>
                    <a:lumOff val="35000"/>
                  </a:schemeClr>
                </a:solidFill>
                <a:effectLst/>
                <a:ea typeface="Times New Roman" panose="02020603050405020304" pitchFamily="18" charset="0"/>
              </a:rPr>
              <a:t>The Topic Here</a:t>
            </a:r>
            <a:endParaRPr lang="id-ID" sz="1600" b="1" dirty="0">
              <a:solidFill>
                <a:schemeClr val="tx1">
                  <a:lumMod val="65000"/>
                  <a:lumOff val="35000"/>
                </a:schemeClr>
              </a:solidFill>
              <a:effectLst/>
              <a:ea typeface="Times New Roman" panose="02020603050405020304" pitchFamily="18" charset="0"/>
            </a:endParaRPr>
          </a:p>
        </p:txBody>
      </p:sp>
      <p:sp>
        <p:nvSpPr>
          <p:cNvPr id="26" name="TextBox 25">
            <a:extLst>
              <a:ext uri="{FF2B5EF4-FFF2-40B4-BE49-F238E27FC236}">
                <a16:creationId xmlns:a16="http://schemas.microsoft.com/office/drawing/2014/main" id="{C569CBBA-FE31-4066-9FC7-1BED5D022673}"/>
              </a:ext>
            </a:extLst>
          </p:cNvPr>
          <p:cNvSpPr txBox="1"/>
          <p:nvPr/>
        </p:nvSpPr>
        <p:spPr>
          <a:xfrm>
            <a:off x="7999716" y="5456831"/>
            <a:ext cx="3324472" cy="571951"/>
          </a:xfrm>
          <a:prstGeom prst="rect">
            <a:avLst/>
          </a:prstGeom>
          <a:noFill/>
        </p:spPr>
        <p:txBody>
          <a:bodyPr wrap="square">
            <a:spAutoFit/>
          </a:bodyPr>
          <a:lstStyle/>
          <a:p>
            <a:pPr marL="0" marR="0" algn="ctr">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Tristique nulla aliquet enim tortor at auctor urna nunc Maecenas accumsan lacus vel</a:t>
            </a:r>
          </a:p>
        </p:txBody>
      </p:sp>
      <p:sp>
        <p:nvSpPr>
          <p:cNvPr id="27" name="TextBox 26">
            <a:extLst>
              <a:ext uri="{FF2B5EF4-FFF2-40B4-BE49-F238E27FC236}">
                <a16:creationId xmlns:a16="http://schemas.microsoft.com/office/drawing/2014/main" id="{91809F1E-7161-4000-B20F-123746D53C8F}"/>
              </a:ext>
            </a:extLst>
          </p:cNvPr>
          <p:cNvSpPr txBox="1"/>
          <p:nvPr/>
        </p:nvSpPr>
        <p:spPr>
          <a:xfrm>
            <a:off x="8132620" y="5056380"/>
            <a:ext cx="3058662" cy="420628"/>
          </a:xfrm>
          <a:prstGeom prst="rect">
            <a:avLst/>
          </a:prstGeom>
          <a:noFill/>
        </p:spPr>
        <p:txBody>
          <a:bodyPr wrap="square">
            <a:spAutoFit/>
          </a:bodyPr>
          <a:lstStyle/>
          <a:p>
            <a:pPr marL="0" marR="0" algn="ctr">
              <a:lnSpc>
                <a:spcPct val="150000"/>
              </a:lnSpc>
              <a:spcBef>
                <a:spcPts val="1800"/>
              </a:spcBef>
              <a:spcAft>
                <a:spcPts val="1800"/>
              </a:spcAft>
            </a:pPr>
            <a:r>
              <a:rPr lang="en-US" sz="1600" b="1" dirty="0">
                <a:solidFill>
                  <a:schemeClr val="tx1">
                    <a:lumMod val="65000"/>
                    <a:lumOff val="35000"/>
                  </a:schemeClr>
                </a:solidFill>
                <a:effectLst/>
                <a:ea typeface="Times New Roman" panose="02020603050405020304" pitchFamily="18" charset="0"/>
              </a:rPr>
              <a:t>The Topic Here</a:t>
            </a:r>
            <a:endParaRPr lang="id-ID" sz="1600" b="1" dirty="0">
              <a:solidFill>
                <a:schemeClr val="tx1">
                  <a:lumMod val="65000"/>
                  <a:lumOff val="35000"/>
                </a:schemeClr>
              </a:solidFill>
              <a:effectLst/>
              <a:ea typeface="Times New Roman" panose="02020603050405020304" pitchFamily="18" charset="0"/>
            </a:endParaRPr>
          </a:p>
        </p:txBody>
      </p:sp>
      <p:sp>
        <p:nvSpPr>
          <p:cNvPr id="30" name="TextBox 29">
            <a:extLst>
              <a:ext uri="{FF2B5EF4-FFF2-40B4-BE49-F238E27FC236}">
                <a16:creationId xmlns:a16="http://schemas.microsoft.com/office/drawing/2014/main" id="{AF793EEF-C056-4033-B362-F36C466D4352}"/>
              </a:ext>
            </a:extLst>
          </p:cNvPr>
          <p:cNvSpPr txBox="1"/>
          <p:nvPr/>
        </p:nvSpPr>
        <p:spPr>
          <a:xfrm>
            <a:off x="1820599" y="4608754"/>
            <a:ext cx="1456999" cy="584775"/>
          </a:xfrm>
          <a:prstGeom prst="rect">
            <a:avLst/>
          </a:prstGeom>
          <a:noFill/>
        </p:spPr>
        <p:txBody>
          <a:bodyPr wrap="square">
            <a:spAutoFit/>
          </a:bodyPr>
          <a:lstStyle/>
          <a:p>
            <a:pPr marL="0" marR="0" algn="ctr">
              <a:lnSpc>
                <a:spcPct val="150000"/>
              </a:lnSpc>
              <a:spcBef>
                <a:spcPts val="1800"/>
              </a:spcBef>
              <a:spcAft>
                <a:spcPts val="1800"/>
              </a:spcAft>
            </a:pPr>
            <a:r>
              <a:rPr lang="en-US" sz="2400" b="1" dirty="0">
                <a:solidFill>
                  <a:schemeClr val="accent4"/>
                </a:solidFill>
                <a:effectLst/>
                <a:ea typeface="Times New Roman" panose="02020603050405020304" pitchFamily="18" charset="0"/>
              </a:rPr>
              <a:t>4,440</a:t>
            </a:r>
            <a:endParaRPr lang="id-ID" sz="2400" b="1" dirty="0">
              <a:solidFill>
                <a:schemeClr val="accent4"/>
              </a:solidFill>
              <a:effectLst/>
              <a:ea typeface="Times New Roman" panose="02020603050405020304" pitchFamily="18" charset="0"/>
            </a:endParaRPr>
          </a:p>
        </p:txBody>
      </p:sp>
      <p:sp>
        <p:nvSpPr>
          <p:cNvPr id="31" name="TextBox 30">
            <a:extLst>
              <a:ext uri="{FF2B5EF4-FFF2-40B4-BE49-F238E27FC236}">
                <a16:creationId xmlns:a16="http://schemas.microsoft.com/office/drawing/2014/main" id="{74340AF4-E534-4C9F-B743-8B65533FD8C2}"/>
              </a:ext>
            </a:extLst>
          </p:cNvPr>
          <p:cNvSpPr txBox="1"/>
          <p:nvPr/>
        </p:nvSpPr>
        <p:spPr>
          <a:xfrm>
            <a:off x="5367499" y="4608754"/>
            <a:ext cx="1456999" cy="584775"/>
          </a:xfrm>
          <a:prstGeom prst="rect">
            <a:avLst/>
          </a:prstGeom>
          <a:noFill/>
        </p:spPr>
        <p:txBody>
          <a:bodyPr wrap="square">
            <a:spAutoFit/>
          </a:bodyPr>
          <a:lstStyle/>
          <a:p>
            <a:pPr marL="0" marR="0" algn="ctr">
              <a:lnSpc>
                <a:spcPct val="150000"/>
              </a:lnSpc>
              <a:spcBef>
                <a:spcPts val="1800"/>
              </a:spcBef>
              <a:spcAft>
                <a:spcPts val="1800"/>
              </a:spcAft>
            </a:pPr>
            <a:r>
              <a:rPr lang="en-US" sz="2400" b="1" dirty="0">
                <a:solidFill>
                  <a:schemeClr val="accent4"/>
                </a:solidFill>
                <a:effectLst/>
                <a:ea typeface="Times New Roman" panose="02020603050405020304" pitchFamily="18" charset="0"/>
              </a:rPr>
              <a:t>2005</a:t>
            </a:r>
            <a:endParaRPr lang="id-ID" sz="2400" b="1" dirty="0">
              <a:solidFill>
                <a:schemeClr val="accent4"/>
              </a:solidFill>
              <a:effectLst/>
              <a:ea typeface="Times New Roman" panose="02020603050405020304" pitchFamily="18" charset="0"/>
            </a:endParaRPr>
          </a:p>
        </p:txBody>
      </p:sp>
      <p:sp>
        <p:nvSpPr>
          <p:cNvPr id="32" name="TextBox 31">
            <a:extLst>
              <a:ext uri="{FF2B5EF4-FFF2-40B4-BE49-F238E27FC236}">
                <a16:creationId xmlns:a16="http://schemas.microsoft.com/office/drawing/2014/main" id="{FD1FC162-BBCB-411E-B13F-6A5802D73B1A}"/>
              </a:ext>
            </a:extLst>
          </p:cNvPr>
          <p:cNvSpPr txBox="1"/>
          <p:nvPr/>
        </p:nvSpPr>
        <p:spPr>
          <a:xfrm>
            <a:off x="8636855" y="4608754"/>
            <a:ext cx="2050196" cy="584775"/>
          </a:xfrm>
          <a:prstGeom prst="rect">
            <a:avLst/>
          </a:prstGeom>
          <a:noFill/>
        </p:spPr>
        <p:txBody>
          <a:bodyPr wrap="square">
            <a:spAutoFit/>
          </a:bodyPr>
          <a:lstStyle/>
          <a:p>
            <a:pPr marL="0" marR="0" algn="ctr">
              <a:lnSpc>
                <a:spcPct val="150000"/>
              </a:lnSpc>
              <a:spcBef>
                <a:spcPts val="1800"/>
              </a:spcBef>
              <a:spcAft>
                <a:spcPts val="1800"/>
              </a:spcAft>
            </a:pPr>
            <a:r>
              <a:rPr lang="en-US" sz="2400" b="1" dirty="0">
                <a:solidFill>
                  <a:schemeClr val="accent4"/>
                </a:solidFill>
                <a:effectLst/>
                <a:ea typeface="Times New Roman" panose="02020603050405020304" pitchFamily="18" charset="0"/>
              </a:rPr>
              <a:t>800k</a:t>
            </a:r>
            <a:endParaRPr lang="id-ID" sz="2400" b="1" dirty="0">
              <a:solidFill>
                <a:schemeClr val="accent4"/>
              </a:solidFill>
              <a:effectLst/>
              <a:ea typeface="Times New Roman" panose="02020603050405020304" pitchFamily="18" charset="0"/>
            </a:endParaRPr>
          </a:p>
        </p:txBody>
      </p:sp>
      <p:sp>
        <p:nvSpPr>
          <p:cNvPr id="24" name="TextBox 23">
            <a:extLst>
              <a:ext uri="{FF2B5EF4-FFF2-40B4-BE49-F238E27FC236}">
                <a16:creationId xmlns:a16="http://schemas.microsoft.com/office/drawing/2014/main" id="{8A2BA6EC-381F-4FC8-8630-0CE2ED8438B8}"/>
              </a:ext>
            </a:extLst>
          </p:cNvPr>
          <p:cNvSpPr txBox="1"/>
          <p:nvPr/>
        </p:nvSpPr>
        <p:spPr>
          <a:xfrm>
            <a:off x="3320716" y="3694074"/>
            <a:ext cx="5550568" cy="584775"/>
          </a:xfrm>
          <a:prstGeom prst="rect">
            <a:avLst/>
          </a:prstGeom>
          <a:noFill/>
        </p:spPr>
        <p:txBody>
          <a:bodyPr wrap="square">
            <a:spAutoFit/>
          </a:bodyPr>
          <a:lstStyle/>
          <a:p>
            <a:pPr marL="0" marR="0" algn="ctr">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Latest </a:t>
            </a:r>
            <a:r>
              <a:rPr lang="en-US" sz="3200" dirty="0">
                <a:solidFill>
                  <a:schemeClr val="accent4"/>
                </a:solidFill>
                <a:effectLst/>
                <a:latin typeface="+mj-lt"/>
                <a:ea typeface="Calibri" panose="020F0502020204030204" pitchFamily="34" charset="0"/>
                <a:cs typeface="Times New Roman" panose="02020603050405020304" pitchFamily="18" charset="0"/>
              </a:rPr>
              <a:t>Achievement</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3" name="Picture Placeholder 2">
            <a:extLst>
              <a:ext uri="{FF2B5EF4-FFF2-40B4-BE49-F238E27FC236}">
                <a16:creationId xmlns:a16="http://schemas.microsoft.com/office/drawing/2014/main" id="{895EE2CF-F657-4B42-B53B-00E943AB3FB0}"/>
              </a:ext>
            </a:extLst>
          </p:cNvPr>
          <p:cNvSpPr>
            <a:spLocks noGrp="1"/>
          </p:cNvSpPr>
          <p:nvPr>
            <p:ph type="pic" sz="quarter" idx="10"/>
          </p:nvPr>
        </p:nvSpPr>
        <p:spPr/>
      </p:sp>
    </p:spTree>
    <p:extLst>
      <p:ext uri="{BB962C8B-B14F-4D97-AF65-F5344CB8AC3E}">
        <p14:creationId xmlns:p14="http://schemas.microsoft.com/office/powerpoint/2010/main" val="270293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BF8902B9-77AA-44FF-8F5F-45A31A61D347}"/>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2" name="Rectangle 51">
            <a:extLst>
              <a:ext uri="{FF2B5EF4-FFF2-40B4-BE49-F238E27FC236}">
                <a16:creationId xmlns:a16="http://schemas.microsoft.com/office/drawing/2014/main" id="{B5B961A1-6F66-4005-A730-AFF281F6F66C}"/>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3" name="TextBox 52">
            <a:extLst>
              <a:ext uri="{FF2B5EF4-FFF2-40B4-BE49-F238E27FC236}">
                <a16:creationId xmlns:a16="http://schemas.microsoft.com/office/drawing/2014/main" id="{AD2CB27A-5B82-458B-8485-3EF08070993A}"/>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24</a:t>
            </a:fld>
            <a:endParaRPr lang="en-ID" sz="4400" dirty="0">
              <a:solidFill>
                <a:schemeClr val="bg1">
                  <a:lumMod val="95000"/>
                </a:schemeClr>
              </a:solidFill>
            </a:endParaRPr>
          </a:p>
        </p:txBody>
      </p:sp>
      <p:sp>
        <p:nvSpPr>
          <p:cNvPr id="54" name="TextBox 53">
            <a:extLst>
              <a:ext uri="{FF2B5EF4-FFF2-40B4-BE49-F238E27FC236}">
                <a16:creationId xmlns:a16="http://schemas.microsoft.com/office/drawing/2014/main" id="{FA20073E-8AE1-449A-A4BF-8986F864B08F}"/>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58" name="Rectangle 57">
            <a:extLst>
              <a:ext uri="{FF2B5EF4-FFF2-40B4-BE49-F238E27FC236}">
                <a16:creationId xmlns:a16="http://schemas.microsoft.com/office/drawing/2014/main" id="{34433B04-DAC9-46B9-8C7E-E5BE98928E04}"/>
              </a:ext>
            </a:extLst>
          </p:cNvPr>
          <p:cNvSpPr/>
          <p:nvPr/>
        </p:nvSpPr>
        <p:spPr>
          <a:xfrm>
            <a:off x="1437138" y="3591623"/>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59" name="Rectangle 58">
            <a:extLst>
              <a:ext uri="{FF2B5EF4-FFF2-40B4-BE49-F238E27FC236}">
                <a16:creationId xmlns:a16="http://schemas.microsoft.com/office/drawing/2014/main" id="{EFB89992-B56F-41EA-9404-848966E84239}"/>
              </a:ext>
            </a:extLst>
          </p:cNvPr>
          <p:cNvSpPr/>
          <p:nvPr/>
        </p:nvSpPr>
        <p:spPr>
          <a:xfrm>
            <a:off x="1437138" y="3073565"/>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Portfolio Here</a:t>
            </a:r>
            <a:endParaRPr lang="id-ID" sz="1600" b="1" dirty="0">
              <a:solidFill>
                <a:schemeClr val="tx1">
                  <a:lumMod val="65000"/>
                  <a:lumOff val="35000"/>
                </a:schemeClr>
              </a:solidFill>
            </a:endParaRPr>
          </a:p>
        </p:txBody>
      </p:sp>
      <p:sp>
        <p:nvSpPr>
          <p:cNvPr id="60" name="Rectangle 59">
            <a:extLst>
              <a:ext uri="{FF2B5EF4-FFF2-40B4-BE49-F238E27FC236}">
                <a16:creationId xmlns:a16="http://schemas.microsoft.com/office/drawing/2014/main" id="{177FA157-D604-45F9-90DB-B95CA697C10B}"/>
              </a:ext>
            </a:extLst>
          </p:cNvPr>
          <p:cNvSpPr/>
          <p:nvPr/>
        </p:nvSpPr>
        <p:spPr>
          <a:xfrm>
            <a:off x="3969177" y="3591623"/>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61" name="Rectangle 60">
            <a:extLst>
              <a:ext uri="{FF2B5EF4-FFF2-40B4-BE49-F238E27FC236}">
                <a16:creationId xmlns:a16="http://schemas.microsoft.com/office/drawing/2014/main" id="{68F3B743-AB2C-4471-AF67-5219704D4AA9}"/>
              </a:ext>
            </a:extLst>
          </p:cNvPr>
          <p:cNvSpPr/>
          <p:nvPr/>
        </p:nvSpPr>
        <p:spPr>
          <a:xfrm>
            <a:off x="3969177" y="3073565"/>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Portfolio Here</a:t>
            </a:r>
            <a:endParaRPr lang="id-ID" sz="1600" b="1" dirty="0">
              <a:solidFill>
                <a:schemeClr val="tx1">
                  <a:lumMod val="65000"/>
                  <a:lumOff val="35000"/>
                </a:schemeClr>
              </a:solidFill>
            </a:endParaRPr>
          </a:p>
        </p:txBody>
      </p:sp>
      <p:sp>
        <p:nvSpPr>
          <p:cNvPr id="62" name="Rectangle 61">
            <a:extLst>
              <a:ext uri="{FF2B5EF4-FFF2-40B4-BE49-F238E27FC236}">
                <a16:creationId xmlns:a16="http://schemas.microsoft.com/office/drawing/2014/main" id="{410C44B1-56A2-4CB4-8097-E5D3CE91A15F}"/>
              </a:ext>
            </a:extLst>
          </p:cNvPr>
          <p:cNvSpPr/>
          <p:nvPr/>
        </p:nvSpPr>
        <p:spPr>
          <a:xfrm>
            <a:off x="1437138" y="5112817"/>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84" name="Rectangle 83">
            <a:extLst>
              <a:ext uri="{FF2B5EF4-FFF2-40B4-BE49-F238E27FC236}">
                <a16:creationId xmlns:a16="http://schemas.microsoft.com/office/drawing/2014/main" id="{42B755B9-C851-468E-98FF-EEE0E5FABE0B}"/>
              </a:ext>
            </a:extLst>
          </p:cNvPr>
          <p:cNvSpPr/>
          <p:nvPr/>
        </p:nvSpPr>
        <p:spPr>
          <a:xfrm>
            <a:off x="1437138" y="4594759"/>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Portfolio Here</a:t>
            </a:r>
            <a:endParaRPr lang="id-ID" sz="1600" b="1" dirty="0">
              <a:solidFill>
                <a:schemeClr val="tx1">
                  <a:lumMod val="65000"/>
                  <a:lumOff val="35000"/>
                </a:schemeClr>
              </a:solidFill>
            </a:endParaRPr>
          </a:p>
        </p:txBody>
      </p:sp>
      <p:sp>
        <p:nvSpPr>
          <p:cNvPr id="85" name="Rectangle 84">
            <a:extLst>
              <a:ext uri="{FF2B5EF4-FFF2-40B4-BE49-F238E27FC236}">
                <a16:creationId xmlns:a16="http://schemas.microsoft.com/office/drawing/2014/main" id="{1C64C677-DA7F-412D-8A37-31DF98E14D12}"/>
              </a:ext>
            </a:extLst>
          </p:cNvPr>
          <p:cNvSpPr/>
          <p:nvPr/>
        </p:nvSpPr>
        <p:spPr>
          <a:xfrm>
            <a:off x="3969177" y="5112817"/>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86" name="Rectangle 85">
            <a:extLst>
              <a:ext uri="{FF2B5EF4-FFF2-40B4-BE49-F238E27FC236}">
                <a16:creationId xmlns:a16="http://schemas.microsoft.com/office/drawing/2014/main" id="{40814754-57D8-4393-A30E-237B02F56A20}"/>
              </a:ext>
            </a:extLst>
          </p:cNvPr>
          <p:cNvSpPr/>
          <p:nvPr/>
        </p:nvSpPr>
        <p:spPr>
          <a:xfrm>
            <a:off x="3969177" y="4594759"/>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Portfolio Here</a:t>
            </a:r>
            <a:endParaRPr lang="id-ID" sz="1600" b="1" dirty="0">
              <a:solidFill>
                <a:schemeClr val="tx1">
                  <a:lumMod val="65000"/>
                  <a:lumOff val="35000"/>
                </a:schemeClr>
              </a:solidFill>
            </a:endParaRPr>
          </a:p>
        </p:txBody>
      </p:sp>
      <p:sp>
        <p:nvSpPr>
          <p:cNvPr id="87" name="TextBox 86">
            <a:extLst>
              <a:ext uri="{FF2B5EF4-FFF2-40B4-BE49-F238E27FC236}">
                <a16:creationId xmlns:a16="http://schemas.microsoft.com/office/drawing/2014/main" id="{D5850FBF-5603-4B17-90A8-71BD8407F9FE}"/>
              </a:ext>
            </a:extLst>
          </p:cNvPr>
          <p:cNvSpPr txBox="1"/>
          <p:nvPr/>
        </p:nvSpPr>
        <p:spPr>
          <a:xfrm>
            <a:off x="1437138" y="3361432"/>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Portfolio</a:t>
            </a:r>
            <a:endParaRPr lang="id-ID" sz="1100" b="1" dirty="0">
              <a:solidFill>
                <a:schemeClr val="tx1">
                  <a:lumMod val="50000"/>
                  <a:lumOff val="50000"/>
                </a:schemeClr>
              </a:solidFill>
              <a:effectLst/>
              <a:ea typeface="Times New Roman" panose="02020603050405020304" pitchFamily="18" charset="0"/>
            </a:endParaRPr>
          </a:p>
        </p:txBody>
      </p:sp>
      <p:sp>
        <p:nvSpPr>
          <p:cNvPr id="88" name="TextBox 87">
            <a:extLst>
              <a:ext uri="{FF2B5EF4-FFF2-40B4-BE49-F238E27FC236}">
                <a16:creationId xmlns:a16="http://schemas.microsoft.com/office/drawing/2014/main" id="{7BCE386F-FDC1-426B-8236-043ED26B0BE7}"/>
              </a:ext>
            </a:extLst>
          </p:cNvPr>
          <p:cNvSpPr txBox="1"/>
          <p:nvPr/>
        </p:nvSpPr>
        <p:spPr>
          <a:xfrm>
            <a:off x="1437138" y="4874192"/>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Portfolio</a:t>
            </a:r>
            <a:endParaRPr lang="id-ID" sz="1100" b="1" dirty="0">
              <a:solidFill>
                <a:schemeClr val="tx1">
                  <a:lumMod val="50000"/>
                  <a:lumOff val="50000"/>
                </a:schemeClr>
              </a:solidFill>
              <a:effectLst/>
              <a:ea typeface="Times New Roman" panose="02020603050405020304" pitchFamily="18" charset="0"/>
            </a:endParaRPr>
          </a:p>
        </p:txBody>
      </p:sp>
      <p:sp>
        <p:nvSpPr>
          <p:cNvPr id="89" name="TextBox 88">
            <a:extLst>
              <a:ext uri="{FF2B5EF4-FFF2-40B4-BE49-F238E27FC236}">
                <a16:creationId xmlns:a16="http://schemas.microsoft.com/office/drawing/2014/main" id="{1FBCC5E1-8153-4F5F-9E1C-A2877D1547A9}"/>
              </a:ext>
            </a:extLst>
          </p:cNvPr>
          <p:cNvSpPr txBox="1"/>
          <p:nvPr/>
        </p:nvSpPr>
        <p:spPr>
          <a:xfrm>
            <a:off x="3969177" y="3361432"/>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Portfolio</a:t>
            </a:r>
            <a:endParaRPr lang="id-ID" sz="1100" b="1" dirty="0">
              <a:solidFill>
                <a:schemeClr val="tx1">
                  <a:lumMod val="50000"/>
                  <a:lumOff val="50000"/>
                </a:schemeClr>
              </a:solidFill>
              <a:effectLst/>
              <a:ea typeface="Times New Roman" panose="02020603050405020304" pitchFamily="18" charset="0"/>
            </a:endParaRPr>
          </a:p>
        </p:txBody>
      </p:sp>
      <p:sp>
        <p:nvSpPr>
          <p:cNvPr id="90" name="TextBox 89">
            <a:extLst>
              <a:ext uri="{FF2B5EF4-FFF2-40B4-BE49-F238E27FC236}">
                <a16:creationId xmlns:a16="http://schemas.microsoft.com/office/drawing/2014/main" id="{C4F29CF1-5BB5-495D-8259-F7AF755B6A6E}"/>
              </a:ext>
            </a:extLst>
          </p:cNvPr>
          <p:cNvSpPr txBox="1"/>
          <p:nvPr/>
        </p:nvSpPr>
        <p:spPr>
          <a:xfrm>
            <a:off x="3969177" y="4874192"/>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Portfolio</a:t>
            </a:r>
            <a:endParaRPr lang="id-ID" sz="1100" b="1" dirty="0">
              <a:solidFill>
                <a:schemeClr val="tx1">
                  <a:lumMod val="50000"/>
                  <a:lumOff val="50000"/>
                </a:schemeClr>
              </a:solidFill>
              <a:effectLst/>
              <a:ea typeface="Times New Roman" panose="02020603050405020304" pitchFamily="18" charset="0"/>
            </a:endParaRPr>
          </a:p>
        </p:txBody>
      </p:sp>
      <p:sp>
        <p:nvSpPr>
          <p:cNvPr id="91" name="TextBox 90">
            <a:extLst>
              <a:ext uri="{FF2B5EF4-FFF2-40B4-BE49-F238E27FC236}">
                <a16:creationId xmlns:a16="http://schemas.microsoft.com/office/drawing/2014/main" id="{2B66A840-B601-4EF4-AB7B-1636EED26404}"/>
              </a:ext>
            </a:extLst>
          </p:cNvPr>
          <p:cNvSpPr txBox="1"/>
          <p:nvPr/>
        </p:nvSpPr>
        <p:spPr>
          <a:xfrm>
            <a:off x="1405055" y="1272055"/>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a:t>
            </a:r>
            <a:r>
              <a:rPr lang="en-US" sz="3200" dirty="0" err="1">
                <a:solidFill>
                  <a:schemeClr val="tx1">
                    <a:lumMod val="75000"/>
                    <a:lumOff val="25000"/>
                  </a:schemeClr>
                </a:solidFill>
                <a:effectLst/>
                <a:latin typeface="+mj-lt"/>
                <a:ea typeface="Calibri" panose="020F0502020204030204" pitchFamily="34" charset="0"/>
                <a:cs typeface="Times New Roman" panose="02020603050405020304" pitchFamily="18" charset="0"/>
              </a:rPr>
              <a:t>Cinamo</a:t>
            </a: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 </a:t>
            </a:r>
            <a:r>
              <a:rPr lang="en-US" sz="3200" dirty="0">
                <a:solidFill>
                  <a:schemeClr val="accent4"/>
                </a:solidFill>
                <a:effectLst/>
                <a:latin typeface="+mj-lt"/>
                <a:ea typeface="Calibri" panose="020F0502020204030204" pitchFamily="34" charset="0"/>
                <a:cs typeface="Times New Roman" panose="02020603050405020304" pitchFamily="18" charset="0"/>
              </a:rPr>
              <a:t>Portfolio Gallery</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7D9C73CE-4862-4B68-AC28-ED9A0708BD36}"/>
              </a:ext>
            </a:extLst>
          </p:cNvPr>
          <p:cNvSpPr>
            <a:spLocks noGrp="1"/>
          </p:cNvSpPr>
          <p:nvPr>
            <p:ph type="pic" sz="quarter" idx="10"/>
          </p:nvPr>
        </p:nvSpPr>
        <p:spPr/>
      </p:sp>
    </p:spTree>
    <p:extLst>
      <p:ext uri="{BB962C8B-B14F-4D97-AF65-F5344CB8AC3E}">
        <p14:creationId xmlns:p14="http://schemas.microsoft.com/office/powerpoint/2010/main" val="2774229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1A17D1E-AA70-4F96-97C6-3C251FAAE92D}"/>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Rectangle 15">
            <a:extLst>
              <a:ext uri="{FF2B5EF4-FFF2-40B4-BE49-F238E27FC236}">
                <a16:creationId xmlns:a16="http://schemas.microsoft.com/office/drawing/2014/main" id="{8414BA19-CACD-48AF-B73D-56777329B24C}"/>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TextBox 16">
            <a:extLst>
              <a:ext uri="{FF2B5EF4-FFF2-40B4-BE49-F238E27FC236}">
                <a16:creationId xmlns:a16="http://schemas.microsoft.com/office/drawing/2014/main" id="{B808D8EA-6379-4124-B1B7-3F4B73F918E1}"/>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25</a:t>
            </a:fld>
            <a:endParaRPr lang="en-ID" sz="4400" dirty="0">
              <a:solidFill>
                <a:schemeClr val="bg1">
                  <a:lumMod val="95000"/>
                </a:schemeClr>
              </a:solidFill>
            </a:endParaRPr>
          </a:p>
        </p:txBody>
      </p:sp>
      <p:sp>
        <p:nvSpPr>
          <p:cNvPr id="18" name="TextBox 17">
            <a:extLst>
              <a:ext uri="{FF2B5EF4-FFF2-40B4-BE49-F238E27FC236}">
                <a16:creationId xmlns:a16="http://schemas.microsoft.com/office/drawing/2014/main" id="{D78AF051-7403-422C-BE1F-E5FEBF262F1E}"/>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19" name="TextBox 18">
            <a:extLst>
              <a:ext uri="{FF2B5EF4-FFF2-40B4-BE49-F238E27FC236}">
                <a16:creationId xmlns:a16="http://schemas.microsoft.com/office/drawing/2014/main" id="{13E62343-FB9C-48C0-B12E-9B73A7F2A3E6}"/>
              </a:ext>
            </a:extLst>
          </p:cNvPr>
          <p:cNvSpPr txBox="1"/>
          <p:nvPr/>
        </p:nvSpPr>
        <p:spPr>
          <a:xfrm>
            <a:off x="6015791" y="1496643"/>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Tablet </a:t>
            </a:r>
            <a:r>
              <a:rPr lang="en-US" sz="3200" dirty="0">
                <a:solidFill>
                  <a:schemeClr val="accent4"/>
                </a:solidFill>
                <a:effectLst/>
                <a:latin typeface="+mj-lt"/>
                <a:ea typeface="Calibri" panose="020F0502020204030204" pitchFamily="34" charset="0"/>
                <a:cs typeface="Times New Roman" panose="02020603050405020304" pitchFamily="18" charset="0"/>
              </a:rPr>
              <a:t>Mockup Devices</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0" name="TextBox 19">
            <a:extLst>
              <a:ext uri="{FF2B5EF4-FFF2-40B4-BE49-F238E27FC236}">
                <a16:creationId xmlns:a16="http://schemas.microsoft.com/office/drawing/2014/main" id="{166CEA86-8DC3-4A0B-8E95-F6CF20C21835}"/>
              </a:ext>
            </a:extLst>
          </p:cNvPr>
          <p:cNvSpPr txBox="1"/>
          <p:nvPr/>
        </p:nvSpPr>
        <p:spPr>
          <a:xfrm>
            <a:off x="6063916" y="3774390"/>
            <a:ext cx="469094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 odio temporol</a:t>
            </a:r>
          </a:p>
        </p:txBody>
      </p:sp>
      <p:sp>
        <p:nvSpPr>
          <p:cNvPr id="21" name="TextBox 20">
            <a:extLst>
              <a:ext uri="{FF2B5EF4-FFF2-40B4-BE49-F238E27FC236}">
                <a16:creationId xmlns:a16="http://schemas.microsoft.com/office/drawing/2014/main" id="{7EC352E4-0E1D-40BE-B5BD-FC0831BA88A8}"/>
              </a:ext>
            </a:extLst>
          </p:cNvPr>
          <p:cNvSpPr txBox="1"/>
          <p:nvPr/>
        </p:nvSpPr>
        <p:spPr>
          <a:xfrm>
            <a:off x="6063916" y="3164389"/>
            <a:ext cx="3058662"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Description Here</a:t>
            </a:r>
            <a:endParaRPr lang="id-ID" sz="1600" b="1" dirty="0">
              <a:solidFill>
                <a:schemeClr val="tx1">
                  <a:lumMod val="65000"/>
                  <a:lumOff val="35000"/>
                </a:schemeClr>
              </a:solidFill>
              <a:effectLst/>
              <a:ea typeface="Times New Roman" panose="02020603050405020304" pitchFamily="18" charset="0"/>
            </a:endParaRPr>
          </a:p>
        </p:txBody>
      </p:sp>
      <p:sp>
        <p:nvSpPr>
          <p:cNvPr id="22" name="TextBox 21">
            <a:extLst>
              <a:ext uri="{FF2B5EF4-FFF2-40B4-BE49-F238E27FC236}">
                <a16:creationId xmlns:a16="http://schemas.microsoft.com/office/drawing/2014/main" id="{136B6A53-E8DD-4A5C-9650-111217AE476A}"/>
              </a:ext>
            </a:extLst>
          </p:cNvPr>
          <p:cNvSpPr txBox="1"/>
          <p:nvPr/>
        </p:nvSpPr>
        <p:spPr>
          <a:xfrm>
            <a:off x="6063916" y="3470717"/>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23" name="TextBox 22">
            <a:extLst>
              <a:ext uri="{FF2B5EF4-FFF2-40B4-BE49-F238E27FC236}">
                <a16:creationId xmlns:a16="http://schemas.microsoft.com/office/drawing/2014/main" id="{6FF74F0F-5D51-4F49-AC06-72388DF957DE}"/>
              </a:ext>
            </a:extLst>
          </p:cNvPr>
          <p:cNvSpPr txBox="1"/>
          <p:nvPr/>
        </p:nvSpPr>
        <p:spPr>
          <a:xfrm>
            <a:off x="6063916" y="5142772"/>
            <a:ext cx="469094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 odio temporol</a:t>
            </a:r>
          </a:p>
        </p:txBody>
      </p:sp>
      <p:sp>
        <p:nvSpPr>
          <p:cNvPr id="24" name="TextBox 23">
            <a:extLst>
              <a:ext uri="{FF2B5EF4-FFF2-40B4-BE49-F238E27FC236}">
                <a16:creationId xmlns:a16="http://schemas.microsoft.com/office/drawing/2014/main" id="{A4D24144-8063-4223-B6F3-29EEF638EEC8}"/>
              </a:ext>
            </a:extLst>
          </p:cNvPr>
          <p:cNvSpPr txBox="1"/>
          <p:nvPr/>
        </p:nvSpPr>
        <p:spPr>
          <a:xfrm>
            <a:off x="6063916" y="4532771"/>
            <a:ext cx="3058662"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Description Here</a:t>
            </a:r>
            <a:endParaRPr lang="id-ID" sz="1600" b="1" dirty="0">
              <a:solidFill>
                <a:schemeClr val="tx1">
                  <a:lumMod val="65000"/>
                  <a:lumOff val="35000"/>
                </a:schemeClr>
              </a:solidFill>
              <a:effectLst/>
              <a:ea typeface="Times New Roman" panose="02020603050405020304" pitchFamily="18" charset="0"/>
            </a:endParaRPr>
          </a:p>
        </p:txBody>
      </p:sp>
      <p:sp>
        <p:nvSpPr>
          <p:cNvPr id="25" name="TextBox 24">
            <a:extLst>
              <a:ext uri="{FF2B5EF4-FFF2-40B4-BE49-F238E27FC236}">
                <a16:creationId xmlns:a16="http://schemas.microsoft.com/office/drawing/2014/main" id="{EB465986-1BB4-4419-8B0A-35C430BE633F}"/>
              </a:ext>
            </a:extLst>
          </p:cNvPr>
          <p:cNvSpPr txBox="1"/>
          <p:nvPr/>
        </p:nvSpPr>
        <p:spPr>
          <a:xfrm>
            <a:off x="6063916" y="4839099"/>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2" name="Picture Placeholder 1">
            <a:extLst>
              <a:ext uri="{FF2B5EF4-FFF2-40B4-BE49-F238E27FC236}">
                <a16:creationId xmlns:a16="http://schemas.microsoft.com/office/drawing/2014/main" id="{7D9B0D90-309D-45CB-973B-943D8B89E301}"/>
              </a:ext>
            </a:extLst>
          </p:cNvPr>
          <p:cNvSpPr>
            <a:spLocks noGrp="1"/>
          </p:cNvSpPr>
          <p:nvPr>
            <p:ph type="pic" sz="quarter" idx="10"/>
          </p:nvPr>
        </p:nvSpPr>
        <p:spPr/>
      </p:sp>
    </p:spTree>
    <p:extLst>
      <p:ext uri="{BB962C8B-B14F-4D97-AF65-F5344CB8AC3E}">
        <p14:creationId xmlns:p14="http://schemas.microsoft.com/office/powerpoint/2010/main" val="32007624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7C160E8B-6362-4A47-B24A-122606C5159C}"/>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2" name="Rectangle 31">
            <a:extLst>
              <a:ext uri="{FF2B5EF4-FFF2-40B4-BE49-F238E27FC236}">
                <a16:creationId xmlns:a16="http://schemas.microsoft.com/office/drawing/2014/main" id="{E8FDCF7E-8707-4A2B-B906-DEB8393DEE24}"/>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3" name="TextBox 32">
            <a:extLst>
              <a:ext uri="{FF2B5EF4-FFF2-40B4-BE49-F238E27FC236}">
                <a16:creationId xmlns:a16="http://schemas.microsoft.com/office/drawing/2014/main" id="{90B1BB4F-B2F7-4D1F-8298-8E4494C5622D}"/>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26</a:t>
            </a:fld>
            <a:endParaRPr lang="en-ID" sz="4400" dirty="0">
              <a:solidFill>
                <a:schemeClr val="bg1">
                  <a:lumMod val="95000"/>
                </a:schemeClr>
              </a:solidFill>
            </a:endParaRPr>
          </a:p>
        </p:txBody>
      </p:sp>
      <p:sp>
        <p:nvSpPr>
          <p:cNvPr id="34" name="TextBox 33">
            <a:extLst>
              <a:ext uri="{FF2B5EF4-FFF2-40B4-BE49-F238E27FC236}">
                <a16:creationId xmlns:a16="http://schemas.microsoft.com/office/drawing/2014/main" id="{04798A49-1436-494E-9E44-588790D2A734}"/>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35" name="Rectangle 34">
            <a:extLst>
              <a:ext uri="{FF2B5EF4-FFF2-40B4-BE49-F238E27FC236}">
                <a16:creationId xmlns:a16="http://schemas.microsoft.com/office/drawing/2014/main" id="{29D5DB4B-1890-4BAA-A2B8-56B3BC1A00EA}"/>
              </a:ext>
            </a:extLst>
          </p:cNvPr>
          <p:cNvSpPr/>
          <p:nvPr/>
        </p:nvSpPr>
        <p:spPr>
          <a:xfrm>
            <a:off x="1437138" y="3559539"/>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36" name="Rectangle 35">
            <a:extLst>
              <a:ext uri="{FF2B5EF4-FFF2-40B4-BE49-F238E27FC236}">
                <a16:creationId xmlns:a16="http://schemas.microsoft.com/office/drawing/2014/main" id="{DD653492-AB8C-4CB4-BA58-A5A2AB1F7392}"/>
              </a:ext>
            </a:extLst>
          </p:cNvPr>
          <p:cNvSpPr/>
          <p:nvPr/>
        </p:nvSpPr>
        <p:spPr>
          <a:xfrm>
            <a:off x="1437138" y="3041481"/>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Portfolio Here</a:t>
            </a:r>
            <a:endParaRPr lang="id-ID" sz="1600" b="1" dirty="0">
              <a:solidFill>
                <a:schemeClr val="tx1">
                  <a:lumMod val="65000"/>
                  <a:lumOff val="35000"/>
                </a:schemeClr>
              </a:solidFill>
            </a:endParaRPr>
          </a:p>
        </p:txBody>
      </p:sp>
      <p:sp>
        <p:nvSpPr>
          <p:cNvPr id="37" name="Rectangle 36">
            <a:extLst>
              <a:ext uri="{FF2B5EF4-FFF2-40B4-BE49-F238E27FC236}">
                <a16:creationId xmlns:a16="http://schemas.microsoft.com/office/drawing/2014/main" id="{C6C50F29-6225-4C2A-9033-66605EB9D6D0}"/>
              </a:ext>
            </a:extLst>
          </p:cNvPr>
          <p:cNvSpPr/>
          <p:nvPr/>
        </p:nvSpPr>
        <p:spPr>
          <a:xfrm>
            <a:off x="3969177" y="3559539"/>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38" name="Rectangle 37">
            <a:extLst>
              <a:ext uri="{FF2B5EF4-FFF2-40B4-BE49-F238E27FC236}">
                <a16:creationId xmlns:a16="http://schemas.microsoft.com/office/drawing/2014/main" id="{4CA436DC-0728-4A9D-90E4-2531024F2B9A}"/>
              </a:ext>
            </a:extLst>
          </p:cNvPr>
          <p:cNvSpPr/>
          <p:nvPr/>
        </p:nvSpPr>
        <p:spPr>
          <a:xfrm>
            <a:off x="3969177" y="3041481"/>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Portfolio Here</a:t>
            </a:r>
            <a:endParaRPr lang="id-ID" sz="1600" b="1" dirty="0">
              <a:solidFill>
                <a:schemeClr val="tx1">
                  <a:lumMod val="65000"/>
                  <a:lumOff val="35000"/>
                </a:schemeClr>
              </a:solidFill>
            </a:endParaRPr>
          </a:p>
        </p:txBody>
      </p:sp>
      <p:sp>
        <p:nvSpPr>
          <p:cNvPr id="39" name="Rectangle 38">
            <a:extLst>
              <a:ext uri="{FF2B5EF4-FFF2-40B4-BE49-F238E27FC236}">
                <a16:creationId xmlns:a16="http://schemas.microsoft.com/office/drawing/2014/main" id="{F3BB51AB-42E8-470A-976E-80CADC72A015}"/>
              </a:ext>
            </a:extLst>
          </p:cNvPr>
          <p:cNvSpPr/>
          <p:nvPr/>
        </p:nvSpPr>
        <p:spPr>
          <a:xfrm>
            <a:off x="1437138" y="5080733"/>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40" name="Rectangle 39">
            <a:extLst>
              <a:ext uri="{FF2B5EF4-FFF2-40B4-BE49-F238E27FC236}">
                <a16:creationId xmlns:a16="http://schemas.microsoft.com/office/drawing/2014/main" id="{C6EDB2B3-BCC8-4595-8EDF-B5464A4F26DA}"/>
              </a:ext>
            </a:extLst>
          </p:cNvPr>
          <p:cNvSpPr/>
          <p:nvPr/>
        </p:nvSpPr>
        <p:spPr>
          <a:xfrm>
            <a:off x="1437138" y="4562675"/>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Portfolio Here</a:t>
            </a:r>
            <a:endParaRPr lang="id-ID" sz="1600" b="1" dirty="0">
              <a:solidFill>
                <a:schemeClr val="tx1">
                  <a:lumMod val="65000"/>
                  <a:lumOff val="35000"/>
                </a:schemeClr>
              </a:solidFill>
            </a:endParaRPr>
          </a:p>
        </p:txBody>
      </p:sp>
      <p:sp>
        <p:nvSpPr>
          <p:cNvPr id="41" name="Rectangle 40">
            <a:extLst>
              <a:ext uri="{FF2B5EF4-FFF2-40B4-BE49-F238E27FC236}">
                <a16:creationId xmlns:a16="http://schemas.microsoft.com/office/drawing/2014/main" id="{FE0B93DF-1B64-4AB1-88D3-C02E35C4FCE8}"/>
              </a:ext>
            </a:extLst>
          </p:cNvPr>
          <p:cNvSpPr/>
          <p:nvPr/>
        </p:nvSpPr>
        <p:spPr>
          <a:xfrm>
            <a:off x="3969177" y="5080733"/>
            <a:ext cx="2377440"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effectLst/>
                <a:ea typeface="Calibri" panose="020F0502020204030204" pitchFamily="34" charset="0"/>
                <a:cs typeface="Times New Roman" panose="02020603050405020304" pitchFamily="18" charset="0"/>
              </a:rPr>
              <a:t>Pharetra massa massa ultricies mi quis. Velit aliquet sagittis idio</a:t>
            </a:r>
            <a:endParaRPr lang="id-ID" sz="1200" dirty="0">
              <a:solidFill>
                <a:schemeClr val="tx1">
                  <a:lumMod val="50000"/>
                  <a:lumOff val="50000"/>
                </a:schemeClr>
              </a:solidFill>
            </a:endParaRPr>
          </a:p>
        </p:txBody>
      </p:sp>
      <p:sp>
        <p:nvSpPr>
          <p:cNvPr id="42" name="Rectangle 41">
            <a:extLst>
              <a:ext uri="{FF2B5EF4-FFF2-40B4-BE49-F238E27FC236}">
                <a16:creationId xmlns:a16="http://schemas.microsoft.com/office/drawing/2014/main" id="{6FD769EA-C305-4782-A2BF-1D72E06956E5}"/>
              </a:ext>
            </a:extLst>
          </p:cNvPr>
          <p:cNvSpPr/>
          <p:nvPr/>
        </p:nvSpPr>
        <p:spPr>
          <a:xfrm>
            <a:off x="3969177" y="4562675"/>
            <a:ext cx="2377440" cy="420628"/>
          </a:xfrm>
          <a:prstGeom prst="rect">
            <a:avLst/>
          </a:prstGeom>
          <a:noFill/>
        </p:spPr>
        <p:txBody>
          <a:bodyPr wrap="square" rtlCol="0">
            <a:spAutoFit/>
          </a:bodyPr>
          <a:lstStyle/>
          <a:p>
            <a:pPr algn="just">
              <a:lnSpc>
                <a:spcPct val="150000"/>
              </a:lnSpc>
            </a:pPr>
            <a:r>
              <a:rPr lang="en-US" sz="1600" b="1" dirty="0">
                <a:solidFill>
                  <a:schemeClr val="tx1">
                    <a:lumMod val="65000"/>
                    <a:lumOff val="35000"/>
                  </a:schemeClr>
                </a:solidFill>
              </a:rPr>
              <a:t>Portfolio Here</a:t>
            </a:r>
            <a:endParaRPr lang="id-ID" sz="1600" b="1" dirty="0">
              <a:solidFill>
                <a:schemeClr val="tx1">
                  <a:lumMod val="65000"/>
                  <a:lumOff val="35000"/>
                </a:schemeClr>
              </a:solidFill>
            </a:endParaRPr>
          </a:p>
        </p:txBody>
      </p:sp>
      <p:sp>
        <p:nvSpPr>
          <p:cNvPr id="43" name="TextBox 42">
            <a:extLst>
              <a:ext uri="{FF2B5EF4-FFF2-40B4-BE49-F238E27FC236}">
                <a16:creationId xmlns:a16="http://schemas.microsoft.com/office/drawing/2014/main" id="{E8EC95AF-9C73-49A6-ABF8-F579FC42004B}"/>
              </a:ext>
            </a:extLst>
          </p:cNvPr>
          <p:cNvSpPr txBox="1"/>
          <p:nvPr/>
        </p:nvSpPr>
        <p:spPr>
          <a:xfrm>
            <a:off x="1437138" y="3329348"/>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Portfolio</a:t>
            </a:r>
            <a:endParaRPr lang="id-ID" sz="1100" b="1" dirty="0">
              <a:solidFill>
                <a:schemeClr val="tx1">
                  <a:lumMod val="50000"/>
                  <a:lumOff val="50000"/>
                </a:schemeClr>
              </a:solidFill>
              <a:effectLst/>
              <a:ea typeface="Times New Roman" panose="02020603050405020304" pitchFamily="18" charset="0"/>
            </a:endParaRPr>
          </a:p>
        </p:txBody>
      </p:sp>
      <p:sp>
        <p:nvSpPr>
          <p:cNvPr id="44" name="TextBox 43">
            <a:extLst>
              <a:ext uri="{FF2B5EF4-FFF2-40B4-BE49-F238E27FC236}">
                <a16:creationId xmlns:a16="http://schemas.microsoft.com/office/drawing/2014/main" id="{E285E378-81F4-41DA-A3B0-8376B4564B56}"/>
              </a:ext>
            </a:extLst>
          </p:cNvPr>
          <p:cNvSpPr txBox="1"/>
          <p:nvPr/>
        </p:nvSpPr>
        <p:spPr>
          <a:xfrm>
            <a:off x="1437138" y="4842108"/>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Portfolio</a:t>
            </a:r>
            <a:endParaRPr lang="id-ID" sz="1100" b="1" dirty="0">
              <a:solidFill>
                <a:schemeClr val="tx1">
                  <a:lumMod val="50000"/>
                  <a:lumOff val="50000"/>
                </a:schemeClr>
              </a:solidFill>
              <a:effectLst/>
              <a:ea typeface="Times New Roman" panose="02020603050405020304" pitchFamily="18" charset="0"/>
            </a:endParaRPr>
          </a:p>
        </p:txBody>
      </p:sp>
      <p:sp>
        <p:nvSpPr>
          <p:cNvPr id="45" name="TextBox 44">
            <a:extLst>
              <a:ext uri="{FF2B5EF4-FFF2-40B4-BE49-F238E27FC236}">
                <a16:creationId xmlns:a16="http://schemas.microsoft.com/office/drawing/2014/main" id="{CDB36F6A-7F33-4C38-A55B-EAC1C8139A58}"/>
              </a:ext>
            </a:extLst>
          </p:cNvPr>
          <p:cNvSpPr txBox="1"/>
          <p:nvPr/>
        </p:nvSpPr>
        <p:spPr>
          <a:xfrm>
            <a:off x="3969177" y="3329348"/>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Portfolio</a:t>
            </a:r>
            <a:endParaRPr lang="id-ID" sz="1100" b="1" dirty="0">
              <a:solidFill>
                <a:schemeClr val="tx1">
                  <a:lumMod val="50000"/>
                  <a:lumOff val="50000"/>
                </a:schemeClr>
              </a:solidFill>
              <a:effectLst/>
              <a:ea typeface="Times New Roman" panose="02020603050405020304" pitchFamily="18" charset="0"/>
            </a:endParaRPr>
          </a:p>
        </p:txBody>
      </p:sp>
      <p:sp>
        <p:nvSpPr>
          <p:cNvPr id="46" name="TextBox 45">
            <a:extLst>
              <a:ext uri="{FF2B5EF4-FFF2-40B4-BE49-F238E27FC236}">
                <a16:creationId xmlns:a16="http://schemas.microsoft.com/office/drawing/2014/main" id="{632008CE-9159-4A8A-A52F-A9AC1EE42B26}"/>
              </a:ext>
            </a:extLst>
          </p:cNvPr>
          <p:cNvSpPr txBox="1"/>
          <p:nvPr/>
        </p:nvSpPr>
        <p:spPr>
          <a:xfrm>
            <a:off x="3969177" y="4842108"/>
            <a:ext cx="1463040"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tx1">
                    <a:lumMod val="50000"/>
                    <a:lumOff val="50000"/>
                  </a:schemeClr>
                </a:solidFill>
                <a:ea typeface="Times New Roman" panose="02020603050405020304" pitchFamily="18" charset="0"/>
              </a:rPr>
              <a:t>Detail Portfolio</a:t>
            </a:r>
            <a:endParaRPr lang="id-ID" sz="1100" b="1" dirty="0">
              <a:solidFill>
                <a:schemeClr val="tx1">
                  <a:lumMod val="50000"/>
                  <a:lumOff val="50000"/>
                </a:schemeClr>
              </a:solidFill>
              <a:effectLst/>
              <a:ea typeface="Times New Roman" panose="02020603050405020304" pitchFamily="18" charset="0"/>
            </a:endParaRPr>
          </a:p>
        </p:txBody>
      </p:sp>
      <p:sp>
        <p:nvSpPr>
          <p:cNvPr id="47" name="TextBox 46">
            <a:extLst>
              <a:ext uri="{FF2B5EF4-FFF2-40B4-BE49-F238E27FC236}">
                <a16:creationId xmlns:a16="http://schemas.microsoft.com/office/drawing/2014/main" id="{8CE4E2B4-DADC-417C-9CF9-3C5052F94E88}"/>
              </a:ext>
            </a:extLst>
          </p:cNvPr>
          <p:cNvSpPr txBox="1"/>
          <p:nvPr/>
        </p:nvSpPr>
        <p:spPr>
          <a:xfrm>
            <a:off x="1405055" y="1432475"/>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Phone </a:t>
            </a:r>
            <a:r>
              <a:rPr lang="en-US" sz="3200" dirty="0">
                <a:solidFill>
                  <a:schemeClr val="accent4"/>
                </a:solidFill>
                <a:effectLst/>
                <a:latin typeface="+mj-lt"/>
                <a:ea typeface="Calibri" panose="020F0502020204030204" pitchFamily="34" charset="0"/>
                <a:cs typeface="Times New Roman" panose="02020603050405020304" pitchFamily="18" charset="0"/>
              </a:rPr>
              <a:t>Mockup Devices</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E0CD8DC8-EFF6-43E6-A3E8-257A68E9B06D}"/>
              </a:ext>
            </a:extLst>
          </p:cNvPr>
          <p:cNvSpPr>
            <a:spLocks noGrp="1"/>
          </p:cNvSpPr>
          <p:nvPr>
            <p:ph type="pic" sz="quarter" idx="10"/>
          </p:nvPr>
        </p:nvSpPr>
        <p:spPr/>
      </p:sp>
    </p:spTree>
    <p:extLst>
      <p:ext uri="{BB962C8B-B14F-4D97-AF65-F5344CB8AC3E}">
        <p14:creationId xmlns:p14="http://schemas.microsoft.com/office/powerpoint/2010/main" val="2437970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30D92767-C0EE-422B-BF12-9EE7CA012583}"/>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0" name="TextBox 49">
            <a:extLst>
              <a:ext uri="{FF2B5EF4-FFF2-40B4-BE49-F238E27FC236}">
                <a16:creationId xmlns:a16="http://schemas.microsoft.com/office/drawing/2014/main" id="{2F539347-9E4A-4C3E-AE80-E2E5F2C794ED}"/>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27</a:t>
            </a:fld>
            <a:endParaRPr lang="en-ID" sz="4400" dirty="0">
              <a:solidFill>
                <a:schemeClr val="bg1">
                  <a:lumMod val="95000"/>
                </a:schemeClr>
              </a:solidFill>
            </a:endParaRPr>
          </a:p>
        </p:txBody>
      </p:sp>
      <p:sp>
        <p:nvSpPr>
          <p:cNvPr id="52" name="TextBox 51">
            <a:extLst>
              <a:ext uri="{FF2B5EF4-FFF2-40B4-BE49-F238E27FC236}">
                <a16:creationId xmlns:a16="http://schemas.microsoft.com/office/drawing/2014/main" id="{8241D7AE-6559-4F0F-9DA8-B2F6646B7694}"/>
              </a:ext>
            </a:extLst>
          </p:cNvPr>
          <p:cNvSpPr txBox="1"/>
          <p:nvPr/>
        </p:nvSpPr>
        <p:spPr>
          <a:xfrm>
            <a:off x="6503661" y="3270435"/>
            <a:ext cx="4145099" cy="1333698"/>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viverra tellus in hac habitasse platea dictumst. Rutrum tellus pellentesque eu tincidunt tortor aliquam. Nisl suscipit adipiscing magna aliqua. Lacus sed</a:t>
            </a:r>
          </a:p>
        </p:txBody>
      </p:sp>
      <p:sp>
        <p:nvSpPr>
          <p:cNvPr id="53" name="TextBox 52">
            <a:extLst>
              <a:ext uri="{FF2B5EF4-FFF2-40B4-BE49-F238E27FC236}">
                <a16:creationId xmlns:a16="http://schemas.microsoft.com/office/drawing/2014/main" id="{8C0B525A-3BE8-42EC-BEF3-52305085FEC4}"/>
              </a:ext>
            </a:extLst>
          </p:cNvPr>
          <p:cNvSpPr txBox="1"/>
          <p:nvPr/>
        </p:nvSpPr>
        <p:spPr>
          <a:xfrm>
            <a:off x="6503660" y="4677463"/>
            <a:ext cx="4145099" cy="825867"/>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vira inha magna aliqua. Lacus sed</a:t>
            </a:r>
          </a:p>
        </p:txBody>
      </p:sp>
      <p:sp>
        <p:nvSpPr>
          <p:cNvPr id="54" name="TextBox 53">
            <a:extLst>
              <a:ext uri="{FF2B5EF4-FFF2-40B4-BE49-F238E27FC236}">
                <a16:creationId xmlns:a16="http://schemas.microsoft.com/office/drawing/2014/main" id="{4C3B77AF-1A3A-4330-B267-F4FBA2D2457E}"/>
              </a:ext>
            </a:extLst>
          </p:cNvPr>
          <p:cNvSpPr txBox="1"/>
          <p:nvPr/>
        </p:nvSpPr>
        <p:spPr>
          <a:xfrm>
            <a:off x="6500656" y="1464559"/>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Computer </a:t>
            </a:r>
            <a:r>
              <a:rPr lang="en-US" sz="3200" dirty="0">
                <a:solidFill>
                  <a:schemeClr val="accent4"/>
                </a:solidFill>
                <a:effectLst/>
                <a:latin typeface="+mj-lt"/>
                <a:ea typeface="Calibri" panose="020F0502020204030204" pitchFamily="34" charset="0"/>
                <a:cs typeface="Times New Roman" panose="02020603050405020304" pitchFamily="18" charset="0"/>
              </a:rPr>
              <a:t>Mockup Devices</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D6CDE89D-96FC-4AAE-ACCC-9FB33FFD2789}"/>
              </a:ext>
            </a:extLst>
          </p:cNvPr>
          <p:cNvSpPr>
            <a:spLocks noGrp="1"/>
          </p:cNvSpPr>
          <p:nvPr>
            <p:ph type="pic" sz="quarter" idx="10"/>
          </p:nvPr>
        </p:nvSpPr>
        <p:spPr/>
      </p:sp>
    </p:spTree>
    <p:extLst>
      <p:ext uri="{BB962C8B-B14F-4D97-AF65-F5344CB8AC3E}">
        <p14:creationId xmlns:p14="http://schemas.microsoft.com/office/powerpoint/2010/main" val="2872780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72B57BE7-C872-4069-956E-C8456D041A87}"/>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4" name="TextBox 43">
            <a:extLst>
              <a:ext uri="{FF2B5EF4-FFF2-40B4-BE49-F238E27FC236}">
                <a16:creationId xmlns:a16="http://schemas.microsoft.com/office/drawing/2014/main" id="{F3B55A8E-1EBD-4E07-94DC-74C7A65DF1D8}"/>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45" name="TextBox 44">
            <a:extLst>
              <a:ext uri="{FF2B5EF4-FFF2-40B4-BE49-F238E27FC236}">
                <a16:creationId xmlns:a16="http://schemas.microsoft.com/office/drawing/2014/main" id="{C2269942-10C3-4629-A370-AF5DFE1991F4}"/>
              </a:ext>
            </a:extLst>
          </p:cNvPr>
          <p:cNvSpPr txBox="1"/>
          <p:nvPr/>
        </p:nvSpPr>
        <p:spPr>
          <a:xfrm>
            <a:off x="1404726" y="1496643"/>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About Laptop </a:t>
            </a:r>
            <a:r>
              <a:rPr lang="en-US" sz="3200" dirty="0">
                <a:solidFill>
                  <a:schemeClr val="accent4"/>
                </a:solidFill>
                <a:effectLst/>
                <a:latin typeface="+mj-lt"/>
                <a:ea typeface="Calibri" panose="020F0502020204030204" pitchFamily="34" charset="0"/>
                <a:cs typeface="Times New Roman" panose="02020603050405020304" pitchFamily="18" charset="0"/>
              </a:rPr>
              <a:t>Mockup Devices</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46" name="TextBox 45">
            <a:extLst>
              <a:ext uri="{FF2B5EF4-FFF2-40B4-BE49-F238E27FC236}">
                <a16:creationId xmlns:a16="http://schemas.microsoft.com/office/drawing/2014/main" id="{EAF19DA7-E823-42E8-A7EF-E7B6B7B69EDC}"/>
              </a:ext>
            </a:extLst>
          </p:cNvPr>
          <p:cNvSpPr txBox="1"/>
          <p:nvPr/>
        </p:nvSpPr>
        <p:spPr>
          <a:xfrm>
            <a:off x="1420767" y="3774390"/>
            <a:ext cx="4354391"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a:t>
            </a:r>
            <a:r>
              <a:rPr lang="en-US" sz="1100" dirty="0">
                <a:solidFill>
                  <a:schemeClr val="tx1">
                    <a:lumMod val="50000"/>
                    <a:lumOff val="50000"/>
                  </a:schemeClr>
                </a:solidFill>
                <a:effectLst/>
                <a:ea typeface="Times New Roman" panose="02020603050405020304" pitchFamily="18" charset="0"/>
              </a:rPr>
              <a:t>il</a:t>
            </a:r>
            <a:endParaRPr lang="id-ID" sz="1100" dirty="0">
              <a:solidFill>
                <a:schemeClr val="tx1">
                  <a:lumMod val="50000"/>
                  <a:lumOff val="50000"/>
                </a:schemeClr>
              </a:solidFill>
              <a:effectLst/>
              <a:ea typeface="Times New Roman" panose="02020603050405020304" pitchFamily="18" charset="0"/>
            </a:endParaRPr>
          </a:p>
        </p:txBody>
      </p:sp>
      <p:sp>
        <p:nvSpPr>
          <p:cNvPr id="47" name="TextBox 46">
            <a:extLst>
              <a:ext uri="{FF2B5EF4-FFF2-40B4-BE49-F238E27FC236}">
                <a16:creationId xmlns:a16="http://schemas.microsoft.com/office/drawing/2014/main" id="{B9317656-7BA9-4DE8-928F-FF79948A2B76}"/>
              </a:ext>
            </a:extLst>
          </p:cNvPr>
          <p:cNvSpPr txBox="1"/>
          <p:nvPr/>
        </p:nvSpPr>
        <p:spPr>
          <a:xfrm>
            <a:off x="1420767" y="3164389"/>
            <a:ext cx="3058662"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Description Here</a:t>
            </a:r>
            <a:endParaRPr lang="id-ID" sz="1600" b="1" dirty="0">
              <a:solidFill>
                <a:schemeClr val="tx1">
                  <a:lumMod val="65000"/>
                  <a:lumOff val="35000"/>
                </a:schemeClr>
              </a:solidFill>
              <a:effectLst/>
              <a:ea typeface="Times New Roman" panose="02020603050405020304" pitchFamily="18" charset="0"/>
            </a:endParaRPr>
          </a:p>
        </p:txBody>
      </p:sp>
      <p:sp>
        <p:nvSpPr>
          <p:cNvPr id="48" name="TextBox 47">
            <a:extLst>
              <a:ext uri="{FF2B5EF4-FFF2-40B4-BE49-F238E27FC236}">
                <a16:creationId xmlns:a16="http://schemas.microsoft.com/office/drawing/2014/main" id="{C63F8042-6990-4935-ADE4-9C69774B77B8}"/>
              </a:ext>
            </a:extLst>
          </p:cNvPr>
          <p:cNvSpPr txBox="1"/>
          <p:nvPr/>
        </p:nvSpPr>
        <p:spPr>
          <a:xfrm>
            <a:off x="1420767" y="3470717"/>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49" name="TextBox 48">
            <a:extLst>
              <a:ext uri="{FF2B5EF4-FFF2-40B4-BE49-F238E27FC236}">
                <a16:creationId xmlns:a16="http://schemas.microsoft.com/office/drawing/2014/main" id="{462EBE96-7F04-4CFC-99A1-F65209DE5779}"/>
              </a:ext>
            </a:extLst>
          </p:cNvPr>
          <p:cNvSpPr txBox="1"/>
          <p:nvPr/>
        </p:nvSpPr>
        <p:spPr>
          <a:xfrm>
            <a:off x="1420767" y="5142772"/>
            <a:ext cx="4354391"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Vel eros donec ac</a:t>
            </a:r>
            <a:r>
              <a:rPr lang="en-US" sz="1100" dirty="0">
                <a:solidFill>
                  <a:schemeClr val="tx1">
                    <a:lumMod val="50000"/>
                    <a:lumOff val="50000"/>
                  </a:schemeClr>
                </a:solidFill>
                <a:effectLst/>
                <a:ea typeface="Times New Roman" panose="02020603050405020304" pitchFamily="18" charset="0"/>
              </a:rPr>
              <a:t>il</a:t>
            </a:r>
            <a:endParaRPr lang="id-ID" sz="1100" dirty="0">
              <a:solidFill>
                <a:schemeClr val="tx1">
                  <a:lumMod val="50000"/>
                  <a:lumOff val="50000"/>
                </a:schemeClr>
              </a:solidFill>
              <a:effectLst/>
              <a:ea typeface="Times New Roman" panose="02020603050405020304" pitchFamily="18" charset="0"/>
            </a:endParaRPr>
          </a:p>
        </p:txBody>
      </p:sp>
      <p:sp>
        <p:nvSpPr>
          <p:cNvPr id="50" name="TextBox 49">
            <a:extLst>
              <a:ext uri="{FF2B5EF4-FFF2-40B4-BE49-F238E27FC236}">
                <a16:creationId xmlns:a16="http://schemas.microsoft.com/office/drawing/2014/main" id="{8006E0CC-BBA2-4A8F-9ECE-7FD018799ACE}"/>
              </a:ext>
            </a:extLst>
          </p:cNvPr>
          <p:cNvSpPr txBox="1"/>
          <p:nvPr/>
        </p:nvSpPr>
        <p:spPr>
          <a:xfrm>
            <a:off x="1420767" y="4532771"/>
            <a:ext cx="3058662"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Description Here</a:t>
            </a:r>
            <a:endParaRPr lang="id-ID" sz="1600" b="1" dirty="0">
              <a:solidFill>
                <a:schemeClr val="tx1">
                  <a:lumMod val="65000"/>
                  <a:lumOff val="35000"/>
                </a:schemeClr>
              </a:solidFill>
              <a:effectLst/>
              <a:ea typeface="Times New Roman" panose="02020603050405020304" pitchFamily="18" charset="0"/>
            </a:endParaRPr>
          </a:p>
        </p:txBody>
      </p:sp>
      <p:sp>
        <p:nvSpPr>
          <p:cNvPr id="51" name="TextBox 50">
            <a:extLst>
              <a:ext uri="{FF2B5EF4-FFF2-40B4-BE49-F238E27FC236}">
                <a16:creationId xmlns:a16="http://schemas.microsoft.com/office/drawing/2014/main" id="{A5078D10-5549-41B3-A2D3-9D9D7E72D261}"/>
              </a:ext>
            </a:extLst>
          </p:cNvPr>
          <p:cNvSpPr txBox="1"/>
          <p:nvPr/>
        </p:nvSpPr>
        <p:spPr>
          <a:xfrm>
            <a:off x="1420767" y="4839099"/>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2" name="Picture Placeholder 1">
            <a:extLst>
              <a:ext uri="{FF2B5EF4-FFF2-40B4-BE49-F238E27FC236}">
                <a16:creationId xmlns:a16="http://schemas.microsoft.com/office/drawing/2014/main" id="{F097FE70-5C66-4EEB-B0A3-15BD05B84902}"/>
              </a:ext>
            </a:extLst>
          </p:cNvPr>
          <p:cNvSpPr>
            <a:spLocks noGrp="1"/>
          </p:cNvSpPr>
          <p:nvPr>
            <p:ph type="pic" sz="quarter" idx="10"/>
          </p:nvPr>
        </p:nvSpPr>
        <p:spPr/>
      </p:sp>
    </p:spTree>
    <p:extLst>
      <p:ext uri="{BB962C8B-B14F-4D97-AF65-F5344CB8AC3E}">
        <p14:creationId xmlns:p14="http://schemas.microsoft.com/office/powerpoint/2010/main" val="23834985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44" name="TextBox 43">
            <a:extLst>
              <a:ext uri="{FF2B5EF4-FFF2-40B4-BE49-F238E27FC236}">
                <a16:creationId xmlns:a16="http://schemas.microsoft.com/office/drawing/2014/main" id="{CCD37831-4652-41BA-B239-03EBB2E442F2}"/>
              </a:ext>
            </a:extLst>
          </p:cNvPr>
          <p:cNvSpPr txBox="1"/>
          <p:nvPr/>
        </p:nvSpPr>
        <p:spPr>
          <a:xfrm>
            <a:off x="2248218" y="4764763"/>
            <a:ext cx="2881314" cy="825867"/>
          </a:xfrm>
          <a:prstGeom prst="rect">
            <a:avLst/>
          </a:prstGeom>
          <a:noFill/>
        </p:spPr>
        <p:txBody>
          <a:bodyPr wrap="square">
            <a:spAutoFit/>
          </a:bodyPr>
          <a:lstStyle/>
          <a:p>
            <a:pPr marL="0" marR="0" algn="ctr">
              <a:lnSpc>
                <a:spcPct val="150000"/>
              </a:lnSpc>
            </a:pPr>
            <a:r>
              <a:rPr lang="id-ID" sz="1100" dirty="0">
                <a:solidFill>
                  <a:schemeClr val="tx1">
                    <a:lumMod val="50000"/>
                    <a:lumOff val="50000"/>
                  </a:schemeClr>
                </a:solidFill>
                <a:effectLst/>
                <a:latin typeface="+mn-lt"/>
                <a:ea typeface="Times New Roman" panose="02020603050405020304" pitchFamily="18" charset="0"/>
              </a:rPr>
              <a:t>Lorem ipsum dolor sit amet, consectetur adipiscing elit, sed do eiusmod tempor incididunt ut labore et dolore</a:t>
            </a:r>
          </a:p>
        </p:txBody>
      </p:sp>
      <p:sp>
        <p:nvSpPr>
          <p:cNvPr id="45" name="TextBox 44">
            <a:extLst>
              <a:ext uri="{FF2B5EF4-FFF2-40B4-BE49-F238E27FC236}">
                <a16:creationId xmlns:a16="http://schemas.microsoft.com/office/drawing/2014/main" id="{FD05A885-3BCB-41D2-A3B2-BFEDC4F13645}"/>
              </a:ext>
            </a:extLst>
          </p:cNvPr>
          <p:cNvSpPr txBox="1"/>
          <p:nvPr/>
        </p:nvSpPr>
        <p:spPr>
          <a:xfrm>
            <a:off x="2445474" y="4397341"/>
            <a:ext cx="2486802" cy="420628"/>
          </a:xfrm>
          <a:prstGeom prst="rect">
            <a:avLst/>
          </a:prstGeom>
          <a:noFill/>
        </p:spPr>
        <p:txBody>
          <a:bodyPr wrap="square">
            <a:spAutoFit/>
          </a:bodyPr>
          <a:lstStyle/>
          <a:p>
            <a:pPr marL="0" marR="0" algn="ctr">
              <a:lnSpc>
                <a:spcPct val="150000"/>
              </a:lnSpc>
            </a:pPr>
            <a:r>
              <a:rPr lang="en-US" sz="1600" b="1" dirty="0">
                <a:solidFill>
                  <a:schemeClr val="tx1">
                    <a:lumMod val="65000"/>
                    <a:lumOff val="35000"/>
                  </a:schemeClr>
                </a:solidFill>
                <a:effectLst/>
                <a:latin typeface="+mn-lt"/>
                <a:ea typeface="Times New Roman" panose="02020603050405020304" pitchFamily="18" charset="0"/>
              </a:rPr>
              <a:t>01. Road Map Here</a:t>
            </a:r>
            <a:endParaRPr lang="id-ID" sz="1600" b="1" dirty="0">
              <a:solidFill>
                <a:schemeClr val="tx1">
                  <a:lumMod val="65000"/>
                  <a:lumOff val="35000"/>
                </a:schemeClr>
              </a:solidFill>
              <a:effectLst/>
              <a:latin typeface="+mn-lt"/>
              <a:ea typeface="Times New Roman" panose="02020603050405020304" pitchFamily="18" charset="0"/>
            </a:endParaRPr>
          </a:p>
        </p:txBody>
      </p:sp>
      <p:sp>
        <p:nvSpPr>
          <p:cNvPr id="50" name="TextBox 49">
            <a:extLst>
              <a:ext uri="{FF2B5EF4-FFF2-40B4-BE49-F238E27FC236}">
                <a16:creationId xmlns:a16="http://schemas.microsoft.com/office/drawing/2014/main" id="{D49F04C5-3921-4695-A34F-67A7CD8FC139}"/>
              </a:ext>
            </a:extLst>
          </p:cNvPr>
          <p:cNvSpPr txBox="1"/>
          <p:nvPr/>
        </p:nvSpPr>
        <p:spPr>
          <a:xfrm>
            <a:off x="7062469" y="4764763"/>
            <a:ext cx="2881314" cy="825867"/>
          </a:xfrm>
          <a:prstGeom prst="rect">
            <a:avLst/>
          </a:prstGeom>
          <a:noFill/>
        </p:spPr>
        <p:txBody>
          <a:bodyPr wrap="square">
            <a:spAutoFit/>
          </a:bodyPr>
          <a:lstStyle/>
          <a:p>
            <a:pPr marL="0" marR="0" algn="ctr">
              <a:lnSpc>
                <a:spcPct val="150000"/>
              </a:lnSpc>
            </a:pPr>
            <a:r>
              <a:rPr lang="id-ID" sz="1100" dirty="0">
                <a:solidFill>
                  <a:schemeClr val="tx1">
                    <a:lumMod val="50000"/>
                    <a:lumOff val="50000"/>
                  </a:schemeClr>
                </a:solidFill>
                <a:effectLst/>
                <a:latin typeface="+mn-lt"/>
                <a:ea typeface="Times New Roman" panose="02020603050405020304" pitchFamily="18" charset="0"/>
              </a:rPr>
              <a:t>Lorem ipsum dolor sit amet, consectetur adipiscing elit, sed do eiusmod tempor incididunt ut labore et dolore</a:t>
            </a:r>
          </a:p>
        </p:txBody>
      </p:sp>
      <p:sp>
        <p:nvSpPr>
          <p:cNvPr id="51" name="TextBox 50">
            <a:extLst>
              <a:ext uri="{FF2B5EF4-FFF2-40B4-BE49-F238E27FC236}">
                <a16:creationId xmlns:a16="http://schemas.microsoft.com/office/drawing/2014/main" id="{E85E05BF-F02E-49AC-9939-B21246D0E7D5}"/>
              </a:ext>
            </a:extLst>
          </p:cNvPr>
          <p:cNvSpPr txBox="1"/>
          <p:nvPr/>
        </p:nvSpPr>
        <p:spPr>
          <a:xfrm>
            <a:off x="7259725" y="4397341"/>
            <a:ext cx="2486802" cy="420628"/>
          </a:xfrm>
          <a:prstGeom prst="rect">
            <a:avLst/>
          </a:prstGeom>
          <a:noFill/>
        </p:spPr>
        <p:txBody>
          <a:bodyPr wrap="square">
            <a:spAutoFit/>
          </a:bodyPr>
          <a:lstStyle/>
          <a:p>
            <a:pPr marL="0" marR="0" algn="ctr">
              <a:lnSpc>
                <a:spcPct val="150000"/>
              </a:lnSpc>
            </a:pPr>
            <a:r>
              <a:rPr lang="en-US" sz="1600" b="1" dirty="0">
                <a:solidFill>
                  <a:schemeClr val="tx1">
                    <a:lumMod val="65000"/>
                    <a:lumOff val="35000"/>
                  </a:schemeClr>
                </a:solidFill>
                <a:effectLst/>
                <a:latin typeface="+mn-lt"/>
                <a:ea typeface="Times New Roman" panose="02020603050405020304" pitchFamily="18" charset="0"/>
              </a:rPr>
              <a:t>02. Road Map Here</a:t>
            </a:r>
            <a:endParaRPr lang="id-ID" sz="1600" b="1" dirty="0">
              <a:solidFill>
                <a:schemeClr val="tx1">
                  <a:lumMod val="65000"/>
                  <a:lumOff val="35000"/>
                </a:schemeClr>
              </a:solidFill>
              <a:effectLst/>
              <a:latin typeface="+mn-lt"/>
              <a:ea typeface="Times New Roman" panose="02020603050405020304" pitchFamily="18" charset="0"/>
            </a:endParaRPr>
          </a:p>
        </p:txBody>
      </p:sp>
      <p:sp>
        <p:nvSpPr>
          <p:cNvPr id="24" name="Rectangle 23">
            <a:extLst>
              <a:ext uri="{FF2B5EF4-FFF2-40B4-BE49-F238E27FC236}">
                <a16:creationId xmlns:a16="http://schemas.microsoft.com/office/drawing/2014/main" id="{BF26BE79-0501-48BD-BE42-0C69949ADD9F}"/>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5" name="Rectangle 24">
            <a:extLst>
              <a:ext uri="{FF2B5EF4-FFF2-40B4-BE49-F238E27FC236}">
                <a16:creationId xmlns:a16="http://schemas.microsoft.com/office/drawing/2014/main" id="{12D99781-9DAA-4440-B743-A8C2A6FC2C83}"/>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TextBox 25">
            <a:extLst>
              <a:ext uri="{FF2B5EF4-FFF2-40B4-BE49-F238E27FC236}">
                <a16:creationId xmlns:a16="http://schemas.microsoft.com/office/drawing/2014/main" id="{71BBDD4B-DA61-4F16-8BCC-9D3092C301FA}"/>
              </a:ext>
            </a:extLst>
          </p:cNvPr>
          <p:cNvSpPr txBox="1"/>
          <p:nvPr/>
        </p:nvSpPr>
        <p:spPr>
          <a:xfrm>
            <a:off x="10649551" y="5578639"/>
            <a:ext cx="1108353"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29</a:t>
            </a:fld>
            <a:endParaRPr lang="en-ID" sz="4400" dirty="0">
              <a:solidFill>
                <a:schemeClr val="bg1">
                  <a:lumMod val="95000"/>
                </a:schemeClr>
              </a:solidFill>
            </a:endParaRPr>
          </a:p>
        </p:txBody>
      </p:sp>
      <p:sp>
        <p:nvSpPr>
          <p:cNvPr id="27" name="TextBox 26">
            <a:extLst>
              <a:ext uri="{FF2B5EF4-FFF2-40B4-BE49-F238E27FC236}">
                <a16:creationId xmlns:a16="http://schemas.microsoft.com/office/drawing/2014/main" id="{CE0367B2-55FC-496A-A765-F6BE0442C03B}"/>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28" name="TextBox 27">
            <a:extLst>
              <a:ext uri="{FF2B5EF4-FFF2-40B4-BE49-F238E27FC236}">
                <a16:creationId xmlns:a16="http://schemas.microsoft.com/office/drawing/2014/main" id="{679AF83D-046A-4E53-99EB-068E55ABC8D6}"/>
              </a:ext>
            </a:extLst>
          </p:cNvPr>
          <p:cNvSpPr txBox="1"/>
          <p:nvPr/>
        </p:nvSpPr>
        <p:spPr>
          <a:xfrm>
            <a:off x="4104372" y="836583"/>
            <a:ext cx="3983256" cy="584775"/>
          </a:xfrm>
          <a:prstGeom prst="rect">
            <a:avLst/>
          </a:prstGeom>
          <a:noFill/>
        </p:spPr>
        <p:txBody>
          <a:bodyPr wrap="square">
            <a:spAutoFit/>
          </a:bodyPr>
          <a:lstStyle/>
          <a:p>
            <a:pPr marL="0" marR="0" algn="ctr">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Company </a:t>
            </a:r>
            <a:r>
              <a:rPr lang="en-US" sz="3200" dirty="0">
                <a:solidFill>
                  <a:schemeClr val="accent4"/>
                </a:solidFill>
                <a:effectLst/>
                <a:latin typeface="+mj-lt"/>
                <a:ea typeface="Calibri" panose="020F0502020204030204" pitchFamily="34" charset="0"/>
                <a:cs typeface="Times New Roman" panose="02020603050405020304" pitchFamily="18" charset="0"/>
              </a:rPr>
              <a:t>Road Map</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00D93390-CE2D-4C41-B62C-84D02A46249A}"/>
              </a:ext>
            </a:extLst>
          </p:cNvPr>
          <p:cNvSpPr>
            <a:spLocks noGrp="1"/>
          </p:cNvSpPr>
          <p:nvPr>
            <p:ph type="pic" sz="quarter" idx="10"/>
          </p:nvPr>
        </p:nvSpPr>
        <p:spPr/>
      </p:sp>
      <p:sp>
        <p:nvSpPr>
          <p:cNvPr id="3" name="Picture Placeholder 2">
            <a:extLst>
              <a:ext uri="{FF2B5EF4-FFF2-40B4-BE49-F238E27FC236}">
                <a16:creationId xmlns:a16="http://schemas.microsoft.com/office/drawing/2014/main" id="{66287F69-2D7B-4076-94FB-C7F55408D447}"/>
              </a:ext>
            </a:extLst>
          </p:cNvPr>
          <p:cNvSpPr>
            <a:spLocks noGrp="1"/>
          </p:cNvSpPr>
          <p:nvPr>
            <p:ph type="pic" sz="quarter" idx="11"/>
          </p:nvPr>
        </p:nvSpPr>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15" name="TextBox 14">
            <a:extLst>
              <a:ext uri="{FF2B5EF4-FFF2-40B4-BE49-F238E27FC236}">
                <a16:creationId xmlns:a16="http://schemas.microsoft.com/office/drawing/2014/main" id="{D51D7070-0437-405A-816E-6936F8548815}"/>
              </a:ext>
            </a:extLst>
          </p:cNvPr>
          <p:cNvSpPr txBox="1"/>
          <p:nvPr/>
        </p:nvSpPr>
        <p:spPr>
          <a:xfrm>
            <a:off x="2248218" y="4764763"/>
            <a:ext cx="2881314" cy="825867"/>
          </a:xfrm>
          <a:prstGeom prst="rect">
            <a:avLst/>
          </a:prstGeom>
          <a:noFill/>
        </p:spPr>
        <p:txBody>
          <a:bodyPr wrap="square">
            <a:spAutoFit/>
          </a:bodyPr>
          <a:lstStyle/>
          <a:p>
            <a:pPr marL="0" marR="0" algn="ctr">
              <a:lnSpc>
                <a:spcPct val="150000"/>
              </a:lnSpc>
            </a:pPr>
            <a:r>
              <a:rPr lang="id-ID" sz="1100" dirty="0">
                <a:solidFill>
                  <a:schemeClr val="tx1">
                    <a:lumMod val="50000"/>
                    <a:lumOff val="50000"/>
                  </a:schemeClr>
                </a:solidFill>
                <a:effectLst/>
                <a:latin typeface="+mn-lt"/>
                <a:ea typeface="Times New Roman" panose="02020603050405020304" pitchFamily="18" charset="0"/>
              </a:rPr>
              <a:t>Lorem ipsum dolor sit amet, consectetur adipiscing elit, sed do eiusmod tempor incididunt ut labore et dolore</a:t>
            </a:r>
          </a:p>
        </p:txBody>
      </p:sp>
      <p:sp>
        <p:nvSpPr>
          <p:cNvPr id="16" name="TextBox 15">
            <a:extLst>
              <a:ext uri="{FF2B5EF4-FFF2-40B4-BE49-F238E27FC236}">
                <a16:creationId xmlns:a16="http://schemas.microsoft.com/office/drawing/2014/main" id="{B42977C7-FCC5-46C8-B73F-E90A7558557B}"/>
              </a:ext>
            </a:extLst>
          </p:cNvPr>
          <p:cNvSpPr txBox="1"/>
          <p:nvPr/>
        </p:nvSpPr>
        <p:spPr>
          <a:xfrm>
            <a:off x="2445474" y="4397341"/>
            <a:ext cx="2486802" cy="420628"/>
          </a:xfrm>
          <a:prstGeom prst="rect">
            <a:avLst/>
          </a:prstGeom>
          <a:noFill/>
        </p:spPr>
        <p:txBody>
          <a:bodyPr wrap="square">
            <a:spAutoFit/>
          </a:bodyPr>
          <a:lstStyle/>
          <a:p>
            <a:pPr marL="0" marR="0" algn="ctr">
              <a:lnSpc>
                <a:spcPct val="150000"/>
              </a:lnSpc>
            </a:pPr>
            <a:r>
              <a:rPr lang="en-US" sz="1600" b="1" dirty="0">
                <a:solidFill>
                  <a:schemeClr val="tx1">
                    <a:lumMod val="65000"/>
                    <a:lumOff val="35000"/>
                  </a:schemeClr>
                </a:solidFill>
                <a:effectLst/>
                <a:latin typeface="+mn-lt"/>
                <a:ea typeface="Times New Roman" panose="02020603050405020304" pitchFamily="18" charset="0"/>
              </a:rPr>
              <a:t>03. Road Map Here</a:t>
            </a:r>
            <a:endParaRPr lang="id-ID" sz="1600" b="1" dirty="0">
              <a:solidFill>
                <a:schemeClr val="tx1">
                  <a:lumMod val="65000"/>
                  <a:lumOff val="35000"/>
                </a:schemeClr>
              </a:solidFill>
              <a:effectLst/>
              <a:latin typeface="+mn-lt"/>
              <a:ea typeface="Times New Roman" panose="02020603050405020304" pitchFamily="18" charset="0"/>
            </a:endParaRPr>
          </a:p>
        </p:txBody>
      </p:sp>
      <p:sp>
        <p:nvSpPr>
          <p:cNvPr id="19" name="TextBox 18">
            <a:extLst>
              <a:ext uri="{FF2B5EF4-FFF2-40B4-BE49-F238E27FC236}">
                <a16:creationId xmlns:a16="http://schemas.microsoft.com/office/drawing/2014/main" id="{F097FB24-E15A-4D24-A2EB-E4076D1FD1EF}"/>
              </a:ext>
            </a:extLst>
          </p:cNvPr>
          <p:cNvSpPr txBox="1"/>
          <p:nvPr/>
        </p:nvSpPr>
        <p:spPr>
          <a:xfrm>
            <a:off x="7062469" y="4764763"/>
            <a:ext cx="2881314" cy="825867"/>
          </a:xfrm>
          <a:prstGeom prst="rect">
            <a:avLst/>
          </a:prstGeom>
          <a:noFill/>
        </p:spPr>
        <p:txBody>
          <a:bodyPr wrap="square">
            <a:spAutoFit/>
          </a:bodyPr>
          <a:lstStyle/>
          <a:p>
            <a:pPr marL="0" marR="0" algn="ctr">
              <a:lnSpc>
                <a:spcPct val="150000"/>
              </a:lnSpc>
            </a:pPr>
            <a:r>
              <a:rPr lang="id-ID" sz="1100" dirty="0">
                <a:solidFill>
                  <a:schemeClr val="tx1">
                    <a:lumMod val="50000"/>
                    <a:lumOff val="50000"/>
                  </a:schemeClr>
                </a:solidFill>
                <a:effectLst/>
                <a:latin typeface="+mn-lt"/>
                <a:ea typeface="Times New Roman" panose="02020603050405020304" pitchFamily="18" charset="0"/>
              </a:rPr>
              <a:t>Lorem ipsum dolor sit amet, consectetur adipiscing elit, sed do eiusmod tempor incididunt ut labore et dolore</a:t>
            </a:r>
          </a:p>
        </p:txBody>
      </p:sp>
      <p:sp>
        <p:nvSpPr>
          <p:cNvPr id="20" name="TextBox 19">
            <a:extLst>
              <a:ext uri="{FF2B5EF4-FFF2-40B4-BE49-F238E27FC236}">
                <a16:creationId xmlns:a16="http://schemas.microsoft.com/office/drawing/2014/main" id="{AC9BE433-D911-4D1A-95D1-65A4F23280B2}"/>
              </a:ext>
            </a:extLst>
          </p:cNvPr>
          <p:cNvSpPr txBox="1"/>
          <p:nvPr/>
        </p:nvSpPr>
        <p:spPr>
          <a:xfrm>
            <a:off x="7259725" y="4397341"/>
            <a:ext cx="2486802" cy="420628"/>
          </a:xfrm>
          <a:prstGeom prst="rect">
            <a:avLst/>
          </a:prstGeom>
          <a:noFill/>
        </p:spPr>
        <p:txBody>
          <a:bodyPr wrap="square">
            <a:spAutoFit/>
          </a:bodyPr>
          <a:lstStyle/>
          <a:p>
            <a:pPr marL="0" marR="0" algn="ctr">
              <a:lnSpc>
                <a:spcPct val="150000"/>
              </a:lnSpc>
            </a:pPr>
            <a:r>
              <a:rPr lang="en-US" sz="1600" b="1" dirty="0">
                <a:solidFill>
                  <a:schemeClr val="tx1">
                    <a:lumMod val="65000"/>
                    <a:lumOff val="35000"/>
                  </a:schemeClr>
                </a:solidFill>
                <a:effectLst/>
                <a:latin typeface="+mn-lt"/>
                <a:ea typeface="Times New Roman" panose="02020603050405020304" pitchFamily="18" charset="0"/>
              </a:rPr>
              <a:t>04. Road Map Here</a:t>
            </a:r>
            <a:endParaRPr lang="id-ID" sz="1600" b="1" dirty="0">
              <a:solidFill>
                <a:schemeClr val="tx1">
                  <a:lumMod val="65000"/>
                  <a:lumOff val="35000"/>
                </a:schemeClr>
              </a:solidFill>
              <a:effectLst/>
              <a:latin typeface="+mn-lt"/>
              <a:ea typeface="Times New Roman" panose="02020603050405020304" pitchFamily="18" charset="0"/>
            </a:endParaRPr>
          </a:p>
        </p:txBody>
      </p:sp>
      <p:sp>
        <p:nvSpPr>
          <p:cNvPr id="27" name="Rectangle 26">
            <a:extLst>
              <a:ext uri="{FF2B5EF4-FFF2-40B4-BE49-F238E27FC236}">
                <a16:creationId xmlns:a16="http://schemas.microsoft.com/office/drawing/2014/main" id="{964B8542-0F90-49CD-B689-ACBE14F6A589}"/>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TextBox 27">
            <a:extLst>
              <a:ext uri="{FF2B5EF4-FFF2-40B4-BE49-F238E27FC236}">
                <a16:creationId xmlns:a16="http://schemas.microsoft.com/office/drawing/2014/main" id="{64DE51C2-84EA-4910-9450-0D56A505886F}"/>
              </a:ext>
            </a:extLst>
          </p:cNvPr>
          <p:cNvSpPr txBox="1"/>
          <p:nvPr/>
        </p:nvSpPr>
        <p:spPr>
          <a:xfrm>
            <a:off x="10649551" y="5578639"/>
            <a:ext cx="1108353"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30</a:t>
            </a:fld>
            <a:endParaRPr lang="en-ID" sz="4400" dirty="0">
              <a:solidFill>
                <a:schemeClr val="bg1">
                  <a:lumMod val="95000"/>
                </a:schemeClr>
              </a:solidFill>
            </a:endParaRPr>
          </a:p>
        </p:txBody>
      </p:sp>
      <p:sp>
        <p:nvSpPr>
          <p:cNvPr id="31" name="TextBox 30">
            <a:extLst>
              <a:ext uri="{FF2B5EF4-FFF2-40B4-BE49-F238E27FC236}">
                <a16:creationId xmlns:a16="http://schemas.microsoft.com/office/drawing/2014/main" id="{5E2D274C-EF15-4883-A5B5-7D185081D441}"/>
              </a:ext>
            </a:extLst>
          </p:cNvPr>
          <p:cNvSpPr txBox="1"/>
          <p:nvPr/>
        </p:nvSpPr>
        <p:spPr>
          <a:xfrm>
            <a:off x="4104372" y="836583"/>
            <a:ext cx="3983256" cy="584775"/>
          </a:xfrm>
          <a:prstGeom prst="rect">
            <a:avLst/>
          </a:prstGeom>
          <a:noFill/>
        </p:spPr>
        <p:txBody>
          <a:bodyPr wrap="square">
            <a:spAutoFit/>
          </a:bodyPr>
          <a:lstStyle/>
          <a:p>
            <a:pPr marL="0" marR="0" algn="ctr">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Company </a:t>
            </a:r>
            <a:r>
              <a:rPr lang="en-US" sz="3200" dirty="0">
                <a:solidFill>
                  <a:schemeClr val="accent4"/>
                </a:solidFill>
                <a:effectLst/>
                <a:latin typeface="+mj-lt"/>
                <a:ea typeface="Calibri" panose="020F0502020204030204" pitchFamily="34" charset="0"/>
                <a:cs typeface="Times New Roman" panose="02020603050405020304" pitchFamily="18" charset="0"/>
              </a:rPr>
              <a:t>Road Map</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BED40679-EC86-4DC3-AFFD-99E23E3A8C65}"/>
              </a:ext>
            </a:extLst>
          </p:cNvPr>
          <p:cNvSpPr>
            <a:spLocks noGrp="1"/>
          </p:cNvSpPr>
          <p:nvPr>
            <p:ph type="pic" sz="quarter" idx="10"/>
          </p:nvPr>
        </p:nvSpPr>
        <p:spPr/>
      </p:sp>
      <p:sp>
        <p:nvSpPr>
          <p:cNvPr id="3" name="Picture Placeholder 2">
            <a:extLst>
              <a:ext uri="{FF2B5EF4-FFF2-40B4-BE49-F238E27FC236}">
                <a16:creationId xmlns:a16="http://schemas.microsoft.com/office/drawing/2014/main" id="{FC41333E-37D2-41C7-8F5A-A7EA5CF230E7}"/>
              </a:ext>
            </a:extLst>
          </p:cNvPr>
          <p:cNvSpPr>
            <a:spLocks noGrp="1"/>
          </p:cNvSpPr>
          <p:nvPr>
            <p:ph type="pic" sz="quarter" idx="11"/>
          </p:nvPr>
        </p:nvSpPr>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9CC8C4A9-6CD1-4F36-8A16-5ACE6458450C}"/>
              </a:ext>
            </a:extLst>
          </p:cNvPr>
          <p:cNvSpPr txBox="1"/>
          <p:nvPr/>
        </p:nvSpPr>
        <p:spPr>
          <a:xfrm>
            <a:off x="2248218" y="4764763"/>
            <a:ext cx="2881314" cy="825867"/>
          </a:xfrm>
          <a:prstGeom prst="rect">
            <a:avLst/>
          </a:prstGeom>
          <a:noFill/>
        </p:spPr>
        <p:txBody>
          <a:bodyPr wrap="square">
            <a:spAutoFit/>
          </a:bodyPr>
          <a:lstStyle/>
          <a:p>
            <a:pPr marL="0" marR="0" algn="ctr">
              <a:lnSpc>
                <a:spcPct val="150000"/>
              </a:lnSpc>
            </a:pPr>
            <a:r>
              <a:rPr lang="id-ID" sz="1100" dirty="0">
                <a:solidFill>
                  <a:schemeClr val="tx1">
                    <a:lumMod val="50000"/>
                    <a:lumOff val="50000"/>
                  </a:schemeClr>
                </a:solidFill>
                <a:effectLst/>
                <a:latin typeface="+mn-lt"/>
                <a:ea typeface="Times New Roman" panose="02020603050405020304" pitchFamily="18" charset="0"/>
              </a:rPr>
              <a:t>Lorem ipsum dolor sit amet, consectetur adipiscing elit, sed do eiusmod tempor incididunt ut labore et dolore</a:t>
            </a:r>
          </a:p>
        </p:txBody>
      </p:sp>
      <p:sp>
        <p:nvSpPr>
          <p:cNvPr id="16" name="TextBox 15">
            <a:extLst>
              <a:ext uri="{FF2B5EF4-FFF2-40B4-BE49-F238E27FC236}">
                <a16:creationId xmlns:a16="http://schemas.microsoft.com/office/drawing/2014/main" id="{42641A1E-A7F0-48F2-BE1F-6C1CC25CFD79}"/>
              </a:ext>
            </a:extLst>
          </p:cNvPr>
          <p:cNvSpPr txBox="1"/>
          <p:nvPr/>
        </p:nvSpPr>
        <p:spPr>
          <a:xfrm>
            <a:off x="2445474" y="4397341"/>
            <a:ext cx="2486802" cy="420628"/>
          </a:xfrm>
          <a:prstGeom prst="rect">
            <a:avLst/>
          </a:prstGeom>
          <a:noFill/>
        </p:spPr>
        <p:txBody>
          <a:bodyPr wrap="square">
            <a:spAutoFit/>
          </a:bodyPr>
          <a:lstStyle/>
          <a:p>
            <a:pPr marL="0" marR="0" algn="ctr">
              <a:lnSpc>
                <a:spcPct val="150000"/>
              </a:lnSpc>
            </a:pPr>
            <a:r>
              <a:rPr lang="en-US" sz="1600" b="1" dirty="0">
                <a:solidFill>
                  <a:schemeClr val="tx1">
                    <a:lumMod val="65000"/>
                    <a:lumOff val="35000"/>
                  </a:schemeClr>
                </a:solidFill>
                <a:effectLst/>
                <a:latin typeface="+mn-lt"/>
                <a:ea typeface="Times New Roman" panose="02020603050405020304" pitchFamily="18" charset="0"/>
              </a:rPr>
              <a:t>05. Road Map Here</a:t>
            </a:r>
            <a:endParaRPr lang="id-ID" sz="1600" b="1" dirty="0">
              <a:solidFill>
                <a:schemeClr val="tx1">
                  <a:lumMod val="65000"/>
                  <a:lumOff val="35000"/>
                </a:schemeClr>
              </a:solidFill>
              <a:effectLst/>
              <a:latin typeface="+mn-lt"/>
              <a:ea typeface="Times New Roman" panose="02020603050405020304" pitchFamily="18" charset="0"/>
            </a:endParaRPr>
          </a:p>
        </p:txBody>
      </p:sp>
      <p:sp>
        <p:nvSpPr>
          <p:cNvPr id="19" name="TextBox 18">
            <a:extLst>
              <a:ext uri="{FF2B5EF4-FFF2-40B4-BE49-F238E27FC236}">
                <a16:creationId xmlns:a16="http://schemas.microsoft.com/office/drawing/2014/main" id="{DBEDB2CC-1585-4788-B5DA-638327C52317}"/>
              </a:ext>
            </a:extLst>
          </p:cNvPr>
          <p:cNvSpPr txBox="1"/>
          <p:nvPr/>
        </p:nvSpPr>
        <p:spPr>
          <a:xfrm>
            <a:off x="7062469" y="4764763"/>
            <a:ext cx="2881314" cy="825867"/>
          </a:xfrm>
          <a:prstGeom prst="rect">
            <a:avLst/>
          </a:prstGeom>
          <a:noFill/>
        </p:spPr>
        <p:txBody>
          <a:bodyPr wrap="square">
            <a:spAutoFit/>
          </a:bodyPr>
          <a:lstStyle/>
          <a:p>
            <a:pPr marL="0" marR="0" algn="ctr">
              <a:lnSpc>
                <a:spcPct val="150000"/>
              </a:lnSpc>
            </a:pPr>
            <a:r>
              <a:rPr lang="id-ID" sz="1100" dirty="0">
                <a:solidFill>
                  <a:schemeClr val="tx1">
                    <a:lumMod val="50000"/>
                    <a:lumOff val="50000"/>
                  </a:schemeClr>
                </a:solidFill>
                <a:effectLst/>
                <a:latin typeface="+mn-lt"/>
                <a:ea typeface="Times New Roman" panose="02020603050405020304" pitchFamily="18" charset="0"/>
              </a:rPr>
              <a:t>Lorem ipsum dolor sit amet, consectetur adipiscing elit, sed do eiusmod tempor incididunt ut labore et dolore</a:t>
            </a:r>
          </a:p>
        </p:txBody>
      </p:sp>
      <p:sp>
        <p:nvSpPr>
          <p:cNvPr id="20" name="TextBox 19">
            <a:extLst>
              <a:ext uri="{FF2B5EF4-FFF2-40B4-BE49-F238E27FC236}">
                <a16:creationId xmlns:a16="http://schemas.microsoft.com/office/drawing/2014/main" id="{52F4B131-090C-4494-9202-A4A1F9390C17}"/>
              </a:ext>
            </a:extLst>
          </p:cNvPr>
          <p:cNvSpPr txBox="1"/>
          <p:nvPr/>
        </p:nvSpPr>
        <p:spPr>
          <a:xfrm>
            <a:off x="7259725" y="4397341"/>
            <a:ext cx="2486802" cy="420628"/>
          </a:xfrm>
          <a:prstGeom prst="rect">
            <a:avLst/>
          </a:prstGeom>
          <a:noFill/>
        </p:spPr>
        <p:txBody>
          <a:bodyPr wrap="square">
            <a:spAutoFit/>
          </a:bodyPr>
          <a:lstStyle/>
          <a:p>
            <a:pPr marL="0" marR="0" algn="ctr">
              <a:lnSpc>
                <a:spcPct val="150000"/>
              </a:lnSpc>
            </a:pPr>
            <a:r>
              <a:rPr lang="en-US" sz="1600" b="1" dirty="0">
                <a:solidFill>
                  <a:schemeClr val="tx1">
                    <a:lumMod val="65000"/>
                    <a:lumOff val="35000"/>
                  </a:schemeClr>
                </a:solidFill>
                <a:effectLst/>
                <a:latin typeface="+mn-lt"/>
                <a:ea typeface="Times New Roman" panose="02020603050405020304" pitchFamily="18" charset="0"/>
              </a:rPr>
              <a:t>06. Road Map Here</a:t>
            </a:r>
            <a:endParaRPr lang="id-ID" sz="1600" b="1" dirty="0">
              <a:solidFill>
                <a:schemeClr val="tx1">
                  <a:lumMod val="65000"/>
                  <a:lumOff val="35000"/>
                </a:schemeClr>
              </a:solidFill>
              <a:effectLst/>
              <a:latin typeface="+mn-lt"/>
              <a:ea typeface="Times New Roman" panose="02020603050405020304" pitchFamily="18" charset="0"/>
            </a:endParaRPr>
          </a:p>
        </p:txBody>
      </p:sp>
      <p:sp>
        <p:nvSpPr>
          <p:cNvPr id="29" name="Rectangle 28">
            <a:extLst>
              <a:ext uri="{FF2B5EF4-FFF2-40B4-BE49-F238E27FC236}">
                <a16:creationId xmlns:a16="http://schemas.microsoft.com/office/drawing/2014/main" id="{26876E9D-781E-441C-BCBC-1A7324173115}"/>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0" name="TextBox 29">
            <a:extLst>
              <a:ext uri="{FF2B5EF4-FFF2-40B4-BE49-F238E27FC236}">
                <a16:creationId xmlns:a16="http://schemas.microsoft.com/office/drawing/2014/main" id="{C66D69A6-7EF4-4D0E-BDCB-AD61207CAE11}"/>
              </a:ext>
            </a:extLst>
          </p:cNvPr>
          <p:cNvSpPr txBox="1"/>
          <p:nvPr/>
        </p:nvSpPr>
        <p:spPr>
          <a:xfrm>
            <a:off x="10649551" y="5578639"/>
            <a:ext cx="1108353"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31</a:t>
            </a:fld>
            <a:endParaRPr lang="en-ID" sz="4400" dirty="0">
              <a:solidFill>
                <a:schemeClr val="bg1">
                  <a:lumMod val="95000"/>
                </a:schemeClr>
              </a:solidFill>
            </a:endParaRPr>
          </a:p>
        </p:txBody>
      </p:sp>
      <p:sp>
        <p:nvSpPr>
          <p:cNvPr id="32" name="TextBox 31">
            <a:extLst>
              <a:ext uri="{FF2B5EF4-FFF2-40B4-BE49-F238E27FC236}">
                <a16:creationId xmlns:a16="http://schemas.microsoft.com/office/drawing/2014/main" id="{A4CF8E83-9930-4A8C-A872-337FCB6120BA}"/>
              </a:ext>
            </a:extLst>
          </p:cNvPr>
          <p:cNvSpPr txBox="1"/>
          <p:nvPr/>
        </p:nvSpPr>
        <p:spPr>
          <a:xfrm>
            <a:off x="4104372" y="836583"/>
            <a:ext cx="3983256" cy="584775"/>
          </a:xfrm>
          <a:prstGeom prst="rect">
            <a:avLst/>
          </a:prstGeom>
          <a:noFill/>
        </p:spPr>
        <p:txBody>
          <a:bodyPr wrap="square">
            <a:spAutoFit/>
          </a:bodyPr>
          <a:lstStyle/>
          <a:p>
            <a:pPr marL="0" marR="0" algn="ctr">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Company </a:t>
            </a:r>
            <a:r>
              <a:rPr lang="en-US" sz="3200" dirty="0">
                <a:solidFill>
                  <a:schemeClr val="accent4"/>
                </a:solidFill>
                <a:effectLst/>
                <a:latin typeface="+mj-lt"/>
                <a:ea typeface="Calibri" panose="020F0502020204030204" pitchFamily="34" charset="0"/>
                <a:cs typeface="Times New Roman" panose="02020603050405020304" pitchFamily="18" charset="0"/>
              </a:rPr>
              <a:t>Road Map</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6C28F9AE-2B0B-4E2A-9692-304FE98FE470}"/>
              </a:ext>
            </a:extLst>
          </p:cNvPr>
          <p:cNvSpPr>
            <a:spLocks noGrp="1"/>
          </p:cNvSpPr>
          <p:nvPr>
            <p:ph type="pic" sz="quarter" idx="10"/>
          </p:nvPr>
        </p:nvSpPr>
        <p:spPr/>
      </p:sp>
      <p:sp>
        <p:nvSpPr>
          <p:cNvPr id="3" name="Picture Placeholder 2">
            <a:extLst>
              <a:ext uri="{FF2B5EF4-FFF2-40B4-BE49-F238E27FC236}">
                <a16:creationId xmlns:a16="http://schemas.microsoft.com/office/drawing/2014/main" id="{27890ADE-5EFE-4806-88CE-837E9941CCB2}"/>
              </a:ext>
            </a:extLst>
          </p:cNvPr>
          <p:cNvSpPr>
            <a:spLocks noGrp="1"/>
          </p:cNvSpPr>
          <p:nvPr>
            <p:ph type="pic" sz="quarter" idx="11"/>
          </p:nvPr>
        </p:nvSpPr>
        <p:spPr/>
      </p:sp>
    </p:spTree>
    <p:extLst>
      <p:ext uri="{BB962C8B-B14F-4D97-AF65-F5344CB8AC3E}">
        <p14:creationId xmlns:p14="http://schemas.microsoft.com/office/powerpoint/2010/main" val="35213398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05B230D-DB99-4136-ACC4-6EEBFEF80C32}"/>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ectangle 18">
            <a:extLst>
              <a:ext uri="{FF2B5EF4-FFF2-40B4-BE49-F238E27FC236}">
                <a16:creationId xmlns:a16="http://schemas.microsoft.com/office/drawing/2014/main" id="{96680EFF-1131-48FB-9D7C-0F35BFA8E352}"/>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TextBox 19">
            <a:extLst>
              <a:ext uri="{FF2B5EF4-FFF2-40B4-BE49-F238E27FC236}">
                <a16:creationId xmlns:a16="http://schemas.microsoft.com/office/drawing/2014/main" id="{1BD3CE0B-0733-41BB-B1B5-CC3C11F7D50C}"/>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32</a:t>
            </a:fld>
            <a:endParaRPr lang="en-ID" sz="4400" dirty="0">
              <a:solidFill>
                <a:schemeClr val="bg1">
                  <a:lumMod val="95000"/>
                </a:schemeClr>
              </a:solidFill>
            </a:endParaRPr>
          </a:p>
        </p:txBody>
      </p:sp>
      <p:sp>
        <p:nvSpPr>
          <p:cNvPr id="21" name="TextBox 20">
            <a:extLst>
              <a:ext uri="{FF2B5EF4-FFF2-40B4-BE49-F238E27FC236}">
                <a16:creationId xmlns:a16="http://schemas.microsoft.com/office/drawing/2014/main" id="{B3D03B99-981C-44A7-AD8D-FD4FDF7F88A7}"/>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graphicFrame>
        <p:nvGraphicFramePr>
          <p:cNvPr id="10" name="Chart 9">
            <a:extLst>
              <a:ext uri="{FF2B5EF4-FFF2-40B4-BE49-F238E27FC236}">
                <a16:creationId xmlns:a16="http://schemas.microsoft.com/office/drawing/2014/main" id="{CA388AFA-7EC9-4985-B8F4-840C12950E03}"/>
              </a:ext>
            </a:extLst>
          </p:cNvPr>
          <p:cNvGraphicFramePr/>
          <p:nvPr>
            <p:extLst>
              <p:ext uri="{D42A27DB-BD31-4B8C-83A1-F6EECF244321}">
                <p14:modId xmlns:p14="http://schemas.microsoft.com/office/powerpoint/2010/main" val="4121247930"/>
              </p:ext>
            </p:extLst>
          </p:nvPr>
        </p:nvGraphicFramePr>
        <p:xfrm>
          <a:off x="1294062" y="2259708"/>
          <a:ext cx="5333735" cy="3371071"/>
        </p:xfrm>
        <a:graphic>
          <a:graphicData uri="http://schemas.openxmlformats.org/drawingml/2006/chart">
            <c:chart xmlns:c="http://schemas.openxmlformats.org/drawingml/2006/chart" xmlns:r="http://schemas.openxmlformats.org/officeDocument/2006/relationships" r:id="rId2"/>
          </a:graphicData>
        </a:graphic>
      </p:graphicFrame>
      <p:sp>
        <p:nvSpPr>
          <p:cNvPr id="31" name="TextBox 30">
            <a:extLst>
              <a:ext uri="{FF2B5EF4-FFF2-40B4-BE49-F238E27FC236}">
                <a16:creationId xmlns:a16="http://schemas.microsoft.com/office/drawing/2014/main" id="{DBAFCD4D-DB14-49BE-8FA6-D29725B3C85F}"/>
              </a:ext>
            </a:extLst>
          </p:cNvPr>
          <p:cNvSpPr txBox="1"/>
          <p:nvPr/>
        </p:nvSpPr>
        <p:spPr>
          <a:xfrm>
            <a:off x="4104372" y="836583"/>
            <a:ext cx="3983256" cy="584775"/>
          </a:xfrm>
          <a:prstGeom prst="rect">
            <a:avLst/>
          </a:prstGeom>
          <a:noFill/>
        </p:spPr>
        <p:txBody>
          <a:bodyPr wrap="square">
            <a:spAutoFit/>
          </a:bodyPr>
          <a:lstStyle/>
          <a:p>
            <a:pPr marL="0" marR="0" algn="ctr">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Company </a:t>
            </a:r>
            <a:r>
              <a:rPr lang="en-US" sz="3200" dirty="0">
                <a:solidFill>
                  <a:schemeClr val="accent4"/>
                </a:solidFill>
                <a:effectLst/>
                <a:latin typeface="+mj-lt"/>
                <a:ea typeface="Calibri" panose="020F0502020204030204" pitchFamily="34" charset="0"/>
                <a:cs typeface="Times New Roman" panose="02020603050405020304" pitchFamily="18" charset="0"/>
              </a:rPr>
              <a:t>Chart</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32" name="TextBox 31">
            <a:extLst>
              <a:ext uri="{FF2B5EF4-FFF2-40B4-BE49-F238E27FC236}">
                <a16:creationId xmlns:a16="http://schemas.microsoft.com/office/drawing/2014/main" id="{D29092CA-3B92-4ED3-9EBD-1270C54B45A0}"/>
              </a:ext>
            </a:extLst>
          </p:cNvPr>
          <p:cNvSpPr txBox="1"/>
          <p:nvPr/>
        </p:nvSpPr>
        <p:spPr>
          <a:xfrm>
            <a:off x="6896255" y="3154804"/>
            <a:ext cx="385195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a:t>
            </a:r>
          </a:p>
        </p:txBody>
      </p:sp>
      <p:sp>
        <p:nvSpPr>
          <p:cNvPr id="33" name="TextBox 32">
            <a:extLst>
              <a:ext uri="{FF2B5EF4-FFF2-40B4-BE49-F238E27FC236}">
                <a16:creationId xmlns:a16="http://schemas.microsoft.com/office/drawing/2014/main" id="{4A8220B1-A879-4DA0-84C6-038A3903D7CD}"/>
              </a:ext>
            </a:extLst>
          </p:cNvPr>
          <p:cNvSpPr txBox="1"/>
          <p:nvPr/>
        </p:nvSpPr>
        <p:spPr>
          <a:xfrm>
            <a:off x="6896255" y="2544803"/>
            <a:ext cx="2037347"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The Project Here</a:t>
            </a:r>
            <a:endParaRPr lang="id-ID" sz="1600" b="1" dirty="0">
              <a:solidFill>
                <a:schemeClr val="tx1">
                  <a:lumMod val="65000"/>
                  <a:lumOff val="35000"/>
                </a:schemeClr>
              </a:solidFill>
              <a:effectLst/>
              <a:ea typeface="Times New Roman" panose="02020603050405020304" pitchFamily="18" charset="0"/>
            </a:endParaRPr>
          </a:p>
        </p:txBody>
      </p:sp>
      <p:sp>
        <p:nvSpPr>
          <p:cNvPr id="34" name="TextBox 33">
            <a:extLst>
              <a:ext uri="{FF2B5EF4-FFF2-40B4-BE49-F238E27FC236}">
                <a16:creationId xmlns:a16="http://schemas.microsoft.com/office/drawing/2014/main" id="{C8234D3D-C9A0-42E9-B98E-2EE9C3B11C5A}"/>
              </a:ext>
            </a:extLst>
          </p:cNvPr>
          <p:cNvSpPr txBox="1"/>
          <p:nvPr/>
        </p:nvSpPr>
        <p:spPr>
          <a:xfrm>
            <a:off x="6896255" y="2851131"/>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
        <p:nvSpPr>
          <p:cNvPr id="35" name="TextBox 34">
            <a:extLst>
              <a:ext uri="{FF2B5EF4-FFF2-40B4-BE49-F238E27FC236}">
                <a16:creationId xmlns:a16="http://schemas.microsoft.com/office/drawing/2014/main" id="{4FF5ACAA-9871-4689-873D-599B0B3BA611}"/>
              </a:ext>
            </a:extLst>
          </p:cNvPr>
          <p:cNvSpPr txBox="1"/>
          <p:nvPr/>
        </p:nvSpPr>
        <p:spPr>
          <a:xfrm>
            <a:off x="6896255" y="4771060"/>
            <a:ext cx="3851956" cy="571951"/>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tx1">
                    <a:lumMod val="50000"/>
                    <a:lumOff val="50000"/>
                  </a:schemeClr>
                </a:solidFill>
                <a:effectLst/>
                <a:ea typeface="Times New Roman" panose="02020603050405020304" pitchFamily="18" charset="0"/>
              </a:rPr>
              <a:t>Quis varius quam quisque id diam vel. Ut enim blandit volutpat maece nas volutpat blandit aliquam etiam erat. Ve</a:t>
            </a:r>
          </a:p>
        </p:txBody>
      </p:sp>
      <p:sp>
        <p:nvSpPr>
          <p:cNvPr id="36" name="TextBox 35">
            <a:extLst>
              <a:ext uri="{FF2B5EF4-FFF2-40B4-BE49-F238E27FC236}">
                <a16:creationId xmlns:a16="http://schemas.microsoft.com/office/drawing/2014/main" id="{85C88D43-B76D-4730-9036-2DF6F39EB4C1}"/>
              </a:ext>
            </a:extLst>
          </p:cNvPr>
          <p:cNvSpPr txBox="1"/>
          <p:nvPr/>
        </p:nvSpPr>
        <p:spPr>
          <a:xfrm>
            <a:off x="6896255" y="4161059"/>
            <a:ext cx="2037347" cy="420628"/>
          </a:xfrm>
          <a:prstGeom prst="rect">
            <a:avLst/>
          </a:prstGeom>
          <a:noFill/>
        </p:spPr>
        <p:txBody>
          <a:bodyPr wrap="square">
            <a:spAutoFit/>
          </a:bodyPr>
          <a:lstStyle/>
          <a:p>
            <a:pPr marL="0" marR="0" algn="just">
              <a:lnSpc>
                <a:spcPct val="150000"/>
              </a:lnSpc>
              <a:spcBef>
                <a:spcPts val="1800"/>
              </a:spcBef>
              <a:spcAft>
                <a:spcPts val="1800"/>
              </a:spcAft>
            </a:pPr>
            <a:r>
              <a:rPr lang="en-US" sz="1600" b="1" dirty="0">
                <a:solidFill>
                  <a:schemeClr val="tx1">
                    <a:lumMod val="65000"/>
                    <a:lumOff val="35000"/>
                  </a:schemeClr>
                </a:solidFill>
                <a:ea typeface="Times New Roman" panose="02020603050405020304" pitchFamily="18" charset="0"/>
              </a:rPr>
              <a:t>The Project Here</a:t>
            </a:r>
            <a:endParaRPr lang="id-ID" sz="1600" b="1" dirty="0">
              <a:solidFill>
                <a:schemeClr val="tx1">
                  <a:lumMod val="65000"/>
                  <a:lumOff val="35000"/>
                </a:schemeClr>
              </a:solidFill>
              <a:effectLst/>
              <a:ea typeface="Times New Roman" panose="02020603050405020304" pitchFamily="18" charset="0"/>
            </a:endParaRPr>
          </a:p>
        </p:txBody>
      </p:sp>
      <p:sp>
        <p:nvSpPr>
          <p:cNvPr id="37" name="TextBox 36">
            <a:extLst>
              <a:ext uri="{FF2B5EF4-FFF2-40B4-BE49-F238E27FC236}">
                <a16:creationId xmlns:a16="http://schemas.microsoft.com/office/drawing/2014/main" id="{E916DBEF-A8BC-4DF4-A5D0-433066A99C5A}"/>
              </a:ext>
            </a:extLst>
          </p:cNvPr>
          <p:cNvSpPr txBox="1"/>
          <p:nvPr/>
        </p:nvSpPr>
        <p:spPr>
          <a:xfrm>
            <a:off x="6896255" y="4467387"/>
            <a:ext cx="3058662" cy="318036"/>
          </a:xfrm>
          <a:prstGeom prst="rect">
            <a:avLst/>
          </a:prstGeom>
          <a:noFill/>
        </p:spPr>
        <p:txBody>
          <a:bodyPr wrap="square">
            <a:spAutoFit/>
          </a:bodyPr>
          <a:lstStyle/>
          <a:p>
            <a:pPr marL="0" marR="0" algn="just">
              <a:lnSpc>
                <a:spcPct val="150000"/>
              </a:lnSpc>
              <a:spcBef>
                <a:spcPts val="1800"/>
              </a:spcBef>
              <a:spcAft>
                <a:spcPts val="1800"/>
              </a:spcAft>
            </a:pPr>
            <a:r>
              <a:rPr lang="id-ID" sz="1100" b="1" dirty="0">
                <a:solidFill>
                  <a:schemeClr val="tx1">
                    <a:lumMod val="50000"/>
                    <a:lumOff val="50000"/>
                  </a:schemeClr>
                </a:solidFill>
                <a:effectLst/>
                <a:ea typeface="Times New Roman" panose="02020603050405020304" pitchFamily="18" charset="0"/>
              </a:rPr>
              <a:t>Your Detail Of Subtitle Here</a:t>
            </a:r>
          </a:p>
        </p:txBody>
      </p:sp>
    </p:spTree>
    <p:extLst>
      <p:ext uri="{BB962C8B-B14F-4D97-AF65-F5344CB8AC3E}">
        <p14:creationId xmlns:p14="http://schemas.microsoft.com/office/powerpoint/2010/main" val="2461076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4A5D946-067F-41AC-B6DC-8B04375A755B}"/>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0" name="Rectangle 29">
            <a:extLst>
              <a:ext uri="{FF2B5EF4-FFF2-40B4-BE49-F238E27FC236}">
                <a16:creationId xmlns:a16="http://schemas.microsoft.com/office/drawing/2014/main" id="{BABB6BF2-A9A0-486D-8FCE-6E8084424AD9}"/>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1" name="TextBox 30">
            <a:extLst>
              <a:ext uri="{FF2B5EF4-FFF2-40B4-BE49-F238E27FC236}">
                <a16:creationId xmlns:a16="http://schemas.microsoft.com/office/drawing/2014/main" id="{2C965962-73F4-429C-A44E-9DC04940751B}"/>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33</a:t>
            </a:fld>
            <a:endParaRPr lang="en-ID" sz="4400" dirty="0">
              <a:solidFill>
                <a:schemeClr val="bg1">
                  <a:lumMod val="95000"/>
                </a:schemeClr>
              </a:solidFill>
            </a:endParaRPr>
          </a:p>
        </p:txBody>
      </p:sp>
      <p:sp>
        <p:nvSpPr>
          <p:cNvPr id="32" name="TextBox 31">
            <a:extLst>
              <a:ext uri="{FF2B5EF4-FFF2-40B4-BE49-F238E27FC236}">
                <a16:creationId xmlns:a16="http://schemas.microsoft.com/office/drawing/2014/main" id="{FB48C871-A23E-433F-8E33-CEF0BBD17CDD}"/>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34" name="Rectangle 33">
            <a:extLst>
              <a:ext uri="{FF2B5EF4-FFF2-40B4-BE49-F238E27FC236}">
                <a16:creationId xmlns:a16="http://schemas.microsoft.com/office/drawing/2014/main" id="{77A58D52-A096-445E-AE2F-0C501534AD1B}"/>
              </a:ext>
            </a:extLst>
          </p:cNvPr>
          <p:cNvSpPr/>
          <p:nvPr/>
        </p:nvSpPr>
        <p:spPr>
          <a:xfrm>
            <a:off x="1345595" y="1985633"/>
            <a:ext cx="2799968" cy="375605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bg1"/>
              </a:solidFill>
            </a:endParaRPr>
          </a:p>
        </p:txBody>
      </p:sp>
      <p:sp>
        <p:nvSpPr>
          <p:cNvPr id="35" name="Rectangle 34">
            <a:extLst>
              <a:ext uri="{FF2B5EF4-FFF2-40B4-BE49-F238E27FC236}">
                <a16:creationId xmlns:a16="http://schemas.microsoft.com/office/drawing/2014/main" id="{3F37CCEE-E080-4F7E-94A7-80088BF0F8F1}"/>
              </a:ext>
            </a:extLst>
          </p:cNvPr>
          <p:cNvSpPr/>
          <p:nvPr/>
        </p:nvSpPr>
        <p:spPr>
          <a:xfrm>
            <a:off x="1345595" y="2768909"/>
            <a:ext cx="2799968" cy="114597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bg1"/>
              </a:solidFill>
            </a:endParaRPr>
          </a:p>
        </p:txBody>
      </p:sp>
      <p:sp>
        <p:nvSpPr>
          <p:cNvPr id="36" name="TextBox 35">
            <a:extLst>
              <a:ext uri="{FF2B5EF4-FFF2-40B4-BE49-F238E27FC236}">
                <a16:creationId xmlns:a16="http://schemas.microsoft.com/office/drawing/2014/main" id="{C61DCEE2-5F9C-461D-95E9-D68125D71365}"/>
              </a:ext>
            </a:extLst>
          </p:cNvPr>
          <p:cNvSpPr txBox="1"/>
          <p:nvPr/>
        </p:nvSpPr>
        <p:spPr>
          <a:xfrm>
            <a:off x="1353687" y="2173436"/>
            <a:ext cx="2674454" cy="460960"/>
          </a:xfrm>
          <a:prstGeom prst="rect">
            <a:avLst/>
          </a:prstGeom>
          <a:noFill/>
        </p:spPr>
        <p:txBody>
          <a:bodyPr wrap="square">
            <a:spAutoFit/>
          </a:bodyPr>
          <a:lstStyle/>
          <a:p>
            <a:pPr marL="0" marR="0" algn="ctr">
              <a:lnSpc>
                <a:spcPct val="150000"/>
              </a:lnSpc>
              <a:spcBef>
                <a:spcPts val="1800"/>
              </a:spcBef>
              <a:spcAft>
                <a:spcPts val="1800"/>
              </a:spcAft>
            </a:pPr>
            <a:r>
              <a:rPr lang="id-ID" sz="1800" b="1" dirty="0">
                <a:solidFill>
                  <a:schemeClr val="bg1"/>
                </a:solidFill>
                <a:effectLst/>
                <a:latin typeface="+mj-lt"/>
                <a:ea typeface="Times New Roman" panose="02020603050405020304" pitchFamily="18" charset="0"/>
              </a:rPr>
              <a:t>Basic Pack</a:t>
            </a:r>
          </a:p>
        </p:txBody>
      </p:sp>
      <p:grpSp>
        <p:nvGrpSpPr>
          <p:cNvPr id="37" name="Group 36">
            <a:extLst>
              <a:ext uri="{FF2B5EF4-FFF2-40B4-BE49-F238E27FC236}">
                <a16:creationId xmlns:a16="http://schemas.microsoft.com/office/drawing/2014/main" id="{146699E1-0F58-437F-8164-6023A51CD9E2}"/>
              </a:ext>
            </a:extLst>
          </p:cNvPr>
          <p:cNvGrpSpPr/>
          <p:nvPr/>
        </p:nvGrpSpPr>
        <p:grpSpPr>
          <a:xfrm>
            <a:off x="2066704" y="2845738"/>
            <a:ext cx="1248420" cy="990671"/>
            <a:chOff x="4475582" y="2798028"/>
            <a:chExt cx="1392985" cy="1105389"/>
          </a:xfrm>
        </p:grpSpPr>
        <p:sp>
          <p:nvSpPr>
            <p:cNvPr id="38" name="TextBox 37">
              <a:extLst>
                <a:ext uri="{FF2B5EF4-FFF2-40B4-BE49-F238E27FC236}">
                  <a16:creationId xmlns:a16="http://schemas.microsoft.com/office/drawing/2014/main" id="{54848FFA-AA96-4FE4-BA06-3B5A66EB9110}"/>
                </a:ext>
              </a:extLst>
            </p:cNvPr>
            <p:cNvSpPr txBox="1"/>
            <p:nvPr/>
          </p:nvSpPr>
          <p:spPr>
            <a:xfrm>
              <a:off x="4475582" y="2798028"/>
              <a:ext cx="1392985" cy="789858"/>
            </a:xfrm>
            <a:prstGeom prst="rect">
              <a:avLst/>
            </a:prstGeom>
            <a:noFill/>
          </p:spPr>
          <p:txBody>
            <a:bodyPr wrap="none" rtlCol="0">
              <a:spAutoFit/>
            </a:bodyPr>
            <a:lstStyle/>
            <a:p>
              <a:pPr algn="ctr"/>
              <a:r>
                <a:rPr lang="en-US" sz="3200" b="1" baseline="30000" dirty="0">
                  <a:solidFill>
                    <a:schemeClr val="bg1"/>
                  </a:solidFill>
                  <a:latin typeface="+mj-lt"/>
                </a:rPr>
                <a:t>$</a:t>
              </a:r>
              <a:r>
                <a:rPr lang="id-ID" sz="4000" b="1" dirty="0">
                  <a:solidFill>
                    <a:schemeClr val="bg1"/>
                  </a:solidFill>
                  <a:latin typeface="+mj-lt"/>
                </a:rPr>
                <a:t>9</a:t>
              </a:r>
              <a:r>
                <a:rPr lang="en-US" sz="4000" b="1" dirty="0">
                  <a:solidFill>
                    <a:schemeClr val="bg1"/>
                  </a:solidFill>
                  <a:latin typeface="+mj-lt"/>
                </a:rPr>
                <a:t>9</a:t>
              </a:r>
              <a:r>
                <a:rPr lang="id-ID" sz="2000" b="1" dirty="0">
                  <a:solidFill>
                    <a:schemeClr val="bg1"/>
                  </a:solidFill>
                  <a:latin typeface="+mj-lt"/>
                </a:rPr>
                <a:t>.99</a:t>
              </a:r>
              <a:endParaRPr lang="en-US" sz="1200" b="1" dirty="0">
                <a:solidFill>
                  <a:schemeClr val="bg1"/>
                </a:solidFill>
                <a:latin typeface="+mj-lt"/>
              </a:endParaRPr>
            </a:p>
          </p:txBody>
        </p:sp>
        <p:sp>
          <p:nvSpPr>
            <p:cNvPr id="39" name="TextBox 38">
              <a:extLst>
                <a:ext uri="{FF2B5EF4-FFF2-40B4-BE49-F238E27FC236}">
                  <a16:creationId xmlns:a16="http://schemas.microsoft.com/office/drawing/2014/main" id="{33ABFA35-9DB5-484E-ACF1-1A6C5F9D1E86}"/>
                </a:ext>
              </a:extLst>
            </p:cNvPr>
            <p:cNvSpPr txBox="1"/>
            <p:nvPr/>
          </p:nvSpPr>
          <p:spPr>
            <a:xfrm>
              <a:off x="4486276" y="3525659"/>
              <a:ext cx="1371600" cy="377758"/>
            </a:xfrm>
            <a:prstGeom prst="rect">
              <a:avLst/>
            </a:prstGeom>
            <a:noFill/>
          </p:spPr>
          <p:txBody>
            <a:bodyPr wrap="square">
              <a:spAutoFit/>
            </a:bodyPr>
            <a:lstStyle/>
            <a:p>
              <a:pPr marL="0" marR="0" algn="ctr">
                <a:lnSpc>
                  <a:spcPct val="150000"/>
                </a:lnSpc>
                <a:spcBef>
                  <a:spcPts val="1800"/>
                </a:spcBef>
                <a:spcAft>
                  <a:spcPts val="1800"/>
                </a:spcAft>
              </a:pPr>
              <a:r>
                <a:rPr lang="id-ID" sz="1200" i="1" dirty="0">
                  <a:solidFill>
                    <a:schemeClr val="bg1"/>
                  </a:solidFill>
                  <a:ea typeface="Times New Roman" panose="02020603050405020304" pitchFamily="18" charset="0"/>
                </a:rPr>
                <a:t>per month</a:t>
              </a:r>
              <a:endParaRPr lang="id-ID" sz="1200" i="1" dirty="0">
                <a:solidFill>
                  <a:schemeClr val="bg1"/>
                </a:solidFill>
                <a:effectLst/>
                <a:ea typeface="Times New Roman" panose="02020603050405020304" pitchFamily="18" charset="0"/>
              </a:endParaRPr>
            </a:p>
          </p:txBody>
        </p:sp>
      </p:grpSp>
      <p:sp>
        <p:nvSpPr>
          <p:cNvPr id="40" name="TextBox 39">
            <a:extLst>
              <a:ext uri="{FF2B5EF4-FFF2-40B4-BE49-F238E27FC236}">
                <a16:creationId xmlns:a16="http://schemas.microsoft.com/office/drawing/2014/main" id="{9B55D98F-3DF9-4664-B247-A8E17445D90E}"/>
              </a:ext>
            </a:extLst>
          </p:cNvPr>
          <p:cNvSpPr txBox="1"/>
          <p:nvPr/>
        </p:nvSpPr>
        <p:spPr>
          <a:xfrm>
            <a:off x="1419727" y="4020977"/>
            <a:ext cx="2542373" cy="307777"/>
          </a:xfrm>
          <a:prstGeom prst="rect">
            <a:avLst/>
          </a:prstGeom>
          <a:noFill/>
        </p:spPr>
        <p:txBody>
          <a:bodyPr wrap="square">
            <a:spAutoFit/>
          </a:bodyPr>
          <a:lstStyle/>
          <a:p>
            <a:pPr marL="0" marR="0" algn="ctr">
              <a:lnSpc>
                <a:spcPct val="150000"/>
              </a:lnSpc>
              <a:spcBef>
                <a:spcPts val="1800"/>
              </a:spcBef>
              <a:spcAft>
                <a:spcPts val="1800"/>
              </a:spcAft>
            </a:pPr>
            <a:r>
              <a:rPr lang="id-ID" sz="1050" dirty="0">
                <a:solidFill>
                  <a:schemeClr val="bg1"/>
                </a:solidFill>
                <a:effectLst/>
                <a:ea typeface="Times New Roman" panose="02020603050405020304" pitchFamily="18" charset="0"/>
              </a:rPr>
              <a:t>Tristique nulla aliquet enim tortor</a:t>
            </a:r>
          </a:p>
        </p:txBody>
      </p:sp>
      <p:sp>
        <p:nvSpPr>
          <p:cNvPr id="41" name="TextBox 40">
            <a:extLst>
              <a:ext uri="{FF2B5EF4-FFF2-40B4-BE49-F238E27FC236}">
                <a16:creationId xmlns:a16="http://schemas.microsoft.com/office/drawing/2014/main" id="{F3A76A92-552D-420E-BCAC-E069DDA641D3}"/>
              </a:ext>
            </a:extLst>
          </p:cNvPr>
          <p:cNvSpPr txBox="1"/>
          <p:nvPr/>
        </p:nvSpPr>
        <p:spPr>
          <a:xfrm>
            <a:off x="1419727" y="4371361"/>
            <a:ext cx="2542373" cy="307777"/>
          </a:xfrm>
          <a:prstGeom prst="rect">
            <a:avLst/>
          </a:prstGeom>
          <a:noFill/>
        </p:spPr>
        <p:txBody>
          <a:bodyPr wrap="square">
            <a:spAutoFit/>
          </a:bodyPr>
          <a:lstStyle/>
          <a:p>
            <a:pPr marL="0" marR="0" algn="ctr">
              <a:lnSpc>
                <a:spcPct val="150000"/>
              </a:lnSpc>
              <a:spcBef>
                <a:spcPts val="1800"/>
              </a:spcBef>
              <a:spcAft>
                <a:spcPts val="1800"/>
              </a:spcAft>
            </a:pPr>
            <a:r>
              <a:rPr lang="id-ID" sz="1050" dirty="0">
                <a:solidFill>
                  <a:schemeClr val="bg1"/>
                </a:solidFill>
                <a:effectLst/>
                <a:ea typeface="Times New Roman" panose="02020603050405020304" pitchFamily="18" charset="0"/>
              </a:rPr>
              <a:t>Tristique nulla aliquet enim tortor</a:t>
            </a:r>
          </a:p>
        </p:txBody>
      </p:sp>
      <p:sp>
        <p:nvSpPr>
          <p:cNvPr id="42" name="TextBox 41">
            <a:extLst>
              <a:ext uri="{FF2B5EF4-FFF2-40B4-BE49-F238E27FC236}">
                <a16:creationId xmlns:a16="http://schemas.microsoft.com/office/drawing/2014/main" id="{5517DA14-922F-4431-B3F1-CC2DD6075A2D}"/>
              </a:ext>
            </a:extLst>
          </p:cNvPr>
          <p:cNvSpPr txBox="1"/>
          <p:nvPr/>
        </p:nvSpPr>
        <p:spPr>
          <a:xfrm>
            <a:off x="1419727" y="4721744"/>
            <a:ext cx="2542373" cy="307777"/>
          </a:xfrm>
          <a:prstGeom prst="rect">
            <a:avLst/>
          </a:prstGeom>
          <a:noFill/>
        </p:spPr>
        <p:txBody>
          <a:bodyPr wrap="square">
            <a:spAutoFit/>
          </a:bodyPr>
          <a:lstStyle/>
          <a:p>
            <a:pPr marL="0" marR="0" algn="ctr">
              <a:lnSpc>
                <a:spcPct val="150000"/>
              </a:lnSpc>
              <a:spcBef>
                <a:spcPts val="1800"/>
              </a:spcBef>
              <a:spcAft>
                <a:spcPts val="1800"/>
              </a:spcAft>
            </a:pPr>
            <a:r>
              <a:rPr lang="id-ID" sz="1050" dirty="0">
                <a:solidFill>
                  <a:schemeClr val="bg1"/>
                </a:solidFill>
                <a:effectLst/>
                <a:ea typeface="Times New Roman" panose="02020603050405020304" pitchFamily="18" charset="0"/>
              </a:rPr>
              <a:t>Tristique nulla aliquet enim tortor</a:t>
            </a:r>
          </a:p>
        </p:txBody>
      </p:sp>
      <p:sp>
        <p:nvSpPr>
          <p:cNvPr id="43" name="Rectangle 42">
            <a:extLst>
              <a:ext uri="{FF2B5EF4-FFF2-40B4-BE49-F238E27FC236}">
                <a16:creationId xmlns:a16="http://schemas.microsoft.com/office/drawing/2014/main" id="{DF836E8A-4357-4CC8-9FB7-10C71DE18C4E}"/>
              </a:ext>
            </a:extLst>
          </p:cNvPr>
          <p:cNvSpPr/>
          <p:nvPr/>
        </p:nvSpPr>
        <p:spPr>
          <a:xfrm>
            <a:off x="2221407" y="5234293"/>
            <a:ext cx="983403" cy="245851"/>
          </a:xfrm>
          <a:prstGeom prst="rect">
            <a:avLst/>
          </a:prstGeom>
          <a:solidFill>
            <a:schemeClr val="accent5">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050" dirty="0">
                <a:solidFill>
                  <a:schemeClr val="bg1"/>
                </a:solidFill>
                <a:latin typeface="+mj-lt"/>
              </a:rPr>
              <a:t>Get It Now</a:t>
            </a:r>
          </a:p>
        </p:txBody>
      </p:sp>
      <p:sp>
        <p:nvSpPr>
          <p:cNvPr id="44" name="Rectangle 43">
            <a:extLst>
              <a:ext uri="{FF2B5EF4-FFF2-40B4-BE49-F238E27FC236}">
                <a16:creationId xmlns:a16="http://schemas.microsoft.com/office/drawing/2014/main" id="{19AA55BF-B1BD-45CF-96CA-1090675696FD}"/>
              </a:ext>
            </a:extLst>
          </p:cNvPr>
          <p:cNvSpPr/>
          <p:nvPr/>
        </p:nvSpPr>
        <p:spPr>
          <a:xfrm>
            <a:off x="4696015" y="1985633"/>
            <a:ext cx="2799968" cy="375605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bg1"/>
              </a:solidFill>
            </a:endParaRPr>
          </a:p>
        </p:txBody>
      </p:sp>
      <p:sp>
        <p:nvSpPr>
          <p:cNvPr id="45" name="Rectangle 44">
            <a:extLst>
              <a:ext uri="{FF2B5EF4-FFF2-40B4-BE49-F238E27FC236}">
                <a16:creationId xmlns:a16="http://schemas.microsoft.com/office/drawing/2014/main" id="{54E73674-103F-4F26-88BF-D941B775D3C7}"/>
              </a:ext>
            </a:extLst>
          </p:cNvPr>
          <p:cNvSpPr/>
          <p:nvPr/>
        </p:nvSpPr>
        <p:spPr>
          <a:xfrm>
            <a:off x="4696015" y="2768909"/>
            <a:ext cx="2799968" cy="114597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bg1"/>
              </a:solidFill>
            </a:endParaRPr>
          </a:p>
        </p:txBody>
      </p:sp>
      <p:sp>
        <p:nvSpPr>
          <p:cNvPr id="46" name="TextBox 45">
            <a:extLst>
              <a:ext uri="{FF2B5EF4-FFF2-40B4-BE49-F238E27FC236}">
                <a16:creationId xmlns:a16="http://schemas.microsoft.com/office/drawing/2014/main" id="{E3DACD89-47C7-4688-BB4E-627B47519D58}"/>
              </a:ext>
            </a:extLst>
          </p:cNvPr>
          <p:cNvSpPr txBox="1"/>
          <p:nvPr/>
        </p:nvSpPr>
        <p:spPr>
          <a:xfrm>
            <a:off x="4758772" y="2173436"/>
            <a:ext cx="2674454" cy="460960"/>
          </a:xfrm>
          <a:prstGeom prst="rect">
            <a:avLst/>
          </a:prstGeom>
          <a:noFill/>
        </p:spPr>
        <p:txBody>
          <a:bodyPr wrap="square">
            <a:spAutoFit/>
          </a:bodyPr>
          <a:lstStyle/>
          <a:p>
            <a:pPr marL="0" marR="0" algn="ctr">
              <a:lnSpc>
                <a:spcPct val="150000"/>
              </a:lnSpc>
              <a:spcBef>
                <a:spcPts val="1800"/>
              </a:spcBef>
              <a:spcAft>
                <a:spcPts val="1800"/>
              </a:spcAft>
            </a:pPr>
            <a:r>
              <a:rPr lang="id-ID" sz="1800" b="1" dirty="0">
                <a:solidFill>
                  <a:schemeClr val="bg1"/>
                </a:solidFill>
                <a:effectLst/>
                <a:latin typeface="+mj-lt"/>
                <a:ea typeface="Times New Roman" panose="02020603050405020304" pitchFamily="18" charset="0"/>
              </a:rPr>
              <a:t>Premium Pack</a:t>
            </a:r>
          </a:p>
        </p:txBody>
      </p:sp>
      <p:grpSp>
        <p:nvGrpSpPr>
          <p:cNvPr id="47" name="Group 46">
            <a:extLst>
              <a:ext uri="{FF2B5EF4-FFF2-40B4-BE49-F238E27FC236}">
                <a16:creationId xmlns:a16="http://schemas.microsoft.com/office/drawing/2014/main" id="{00338EF0-0DF8-437D-9D60-1F451678D1E8}"/>
              </a:ext>
            </a:extLst>
          </p:cNvPr>
          <p:cNvGrpSpPr/>
          <p:nvPr/>
        </p:nvGrpSpPr>
        <p:grpSpPr>
          <a:xfrm>
            <a:off x="5377215" y="2845738"/>
            <a:ext cx="1437574" cy="990671"/>
            <a:chOff x="4370057" y="2798028"/>
            <a:chExt cx="1604043" cy="1105389"/>
          </a:xfrm>
        </p:grpSpPr>
        <p:sp>
          <p:nvSpPr>
            <p:cNvPr id="48" name="TextBox 47">
              <a:extLst>
                <a:ext uri="{FF2B5EF4-FFF2-40B4-BE49-F238E27FC236}">
                  <a16:creationId xmlns:a16="http://schemas.microsoft.com/office/drawing/2014/main" id="{DDBED51A-8B81-4BDB-A643-40631707D82B}"/>
                </a:ext>
              </a:extLst>
            </p:cNvPr>
            <p:cNvSpPr txBox="1"/>
            <p:nvPr/>
          </p:nvSpPr>
          <p:spPr>
            <a:xfrm>
              <a:off x="4370057" y="2798028"/>
              <a:ext cx="1604043" cy="789858"/>
            </a:xfrm>
            <a:prstGeom prst="rect">
              <a:avLst/>
            </a:prstGeom>
            <a:noFill/>
          </p:spPr>
          <p:txBody>
            <a:bodyPr wrap="none" rtlCol="0">
              <a:spAutoFit/>
            </a:bodyPr>
            <a:lstStyle/>
            <a:p>
              <a:pPr algn="ctr"/>
              <a:r>
                <a:rPr lang="en-US" sz="3200" b="1" baseline="30000" dirty="0">
                  <a:solidFill>
                    <a:schemeClr val="bg1"/>
                  </a:solidFill>
                  <a:latin typeface="+mj-lt"/>
                </a:rPr>
                <a:t>$</a:t>
              </a:r>
              <a:r>
                <a:rPr lang="id-ID" sz="4000" b="1" dirty="0">
                  <a:solidFill>
                    <a:schemeClr val="bg1"/>
                  </a:solidFill>
                  <a:latin typeface="+mj-lt"/>
                </a:rPr>
                <a:t>19</a:t>
              </a:r>
              <a:r>
                <a:rPr lang="en-US" sz="4000" b="1" dirty="0">
                  <a:solidFill>
                    <a:schemeClr val="bg1"/>
                  </a:solidFill>
                  <a:latin typeface="+mj-lt"/>
                </a:rPr>
                <a:t>9</a:t>
              </a:r>
              <a:r>
                <a:rPr lang="id-ID" sz="2000" b="1" dirty="0">
                  <a:solidFill>
                    <a:schemeClr val="bg1"/>
                  </a:solidFill>
                  <a:latin typeface="+mj-lt"/>
                </a:rPr>
                <a:t>.99</a:t>
              </a:r>
              <a:endParaRPr lang="en-US" sz="1200" b="1" dirty="0">
                <a:solidFill>
                  <a:schemeClr val="bg1"/>
                </a:solidFill>
                <a:latin typeface="+mj-lt"/>
              </a:endParaRPr>
            </a:p>
          </p:txBody>
        </p:sp>
        <p:sp>
          <p:nvSpPr>
            <p:cNvPr id="49" name="TextBox 48">
              <a:extLst>
                <a:ext uri="{FF2B5EF4-FFF2-40B4-BE49-F238E27FC236}">
                  <a16:creationId xmlns:a16="http://schemas.microsoft.com/office/drawing/2014/main" id="{D8E4045D-BA98-4128-B111-9A26BBD2BC32}"/>
                </a:ext>
              </a:extLst>
            </p:cNvPr>
            <p:cNvSpPr txBox="1"/>
            <p:nvPr/>
          </p:nvSpPr>
          <p:spPr>
            <a:xfrm>
              <a:off x="4486276" y="3525659"/>
              <a:ext cx="1371600" cy="377758"/>
            </a:xfrm>
            <a:prstGeom prst="rect">
              <a:avLst/>
            </a:prstGeom>
            <a:noFill/>
          </p:spPr>
          <p:txBody>
            <a:bodyPr wrap="square">
              <a:spAutoFit/>
            </a:bodyPr>
            <a:lstStyle/>
            <a:p>
              <a:pPr marL="0" marR="0" algn="ctr">
                <a:lnSpc>
                  <a:spcPct val="150000"/>
                </a:lnSpc>
                <a:spcBef>
                  <a:spcPts val="1800"/>
                </a:spcBef>
                <a:spcAft>
                  <a:spcPts val="1800"/>
                </a:spcAft>
              </a:pPr>
              <a:r>
                <a:rPr lang="id-ID" sz="1200" i="1" dirty="0">
                  <a:solidFill>
                    <a:schemeClr val="bg1"/>
                  </a:solidFill>
                  <a:ea typeface="Times New Roman" panose="02020603050405020304" pitchFamily="18" charset="0"/>
                </a:rPr>
                <a:t>per month</a:t>
              </a:r>
              <a:endParaRPr lang="id-ID" sz="1200" i="1" dirty="0">
                <a:solidFill>
                  <a:schemeClr val="bg1"/>
                </a:solidFill>
                <a:effectLst/>
                <a:ea typeface="Times New Roman" panose="02020603050405020304" pitchFamily="18" charset="0"/>
              </a:endParaRPr>
            </a:p>
          </p:txBody>
        </p:sp>
      </p:grpSp>
      <p:sp>
        <p:nvSpPr>
          <p:cNvPr id="58" name="TextBox 57">
            <a:extLst>
              <a:ext uri="{FF2B5EF4-FFF2-40B4-BE49-F238E27FC236}">
                <a16:creationId xmlns:a16="http://schemas.microsoft.com/office/drawing/2014/main" id="{44E8891B-EE3A-4EC2-9BFE-85166C1D342A}"/>
              </a:ext>
            </a:extLst>
          </p:cNvPr>
          <p:cNvSpPr txBox="1"/>
          <p:nvPr/>
        </p:nvSpPr>
        <p:spPr>
          <a:xfrm>
            <a:off x="4824813" y="4020977"/>
            <a:ext cx="2542373" cy="307777"/>
          </a:xfrm>
          <a:prstGeom prst="rect">
            <a:avLst/>
          </a:prstGeom>
          <a:noFill/>
        </p:spPr>
        <p:txBody>
          <a:bodyPr wrap="square">
            <a:spAutoFit/>
          </a:bodyPr>
          <a:lstStyle/>
          <a:p>
            <a:pPr marL="0" marR="0" algn="ctr">
              <a:lnSpc>
                <a:spcPct val="150000"/>
              </a:lnSpc>
              <a:spcBef>
                <a:spcPts val="1800"/>
              </a:spcBef>
              <a:spcAft>
                <a:spcPts val="1800"/>
              </a:spcAft>
            </a:pPr>
            <a:r>
              <a:rPr lang="id-ID" sz="1050" dirty="0">
                <a:solidFill>
                  <a:schemeClr val="bg1"/>
                </a:solidFill>
                <a:effectLst/>
                <a:ea typeface="Times New Roman" panose="02020603050405020304" pitchFamily="18" charset="0"/>
              </a:rPr>
              <a:t>Tristique nulla aliquet enim tortor</a:t>
            </a:r>
          </a:p>
        </p:txBody>
      </p:sp>
      <p:sp>
        <p:nvSpPr>
          <p:cNvPr id="59" name="TextBox 58">
            <a:extLst>
              <a:ext uri="{FF2B5EF4-FFF2-40B4-BE49-F238E27FC236}">
                <a16:creationId xmlns:a16="http://schemas.microsoft.com/office/drawing/2014/main" id="{B14BB73D-4679-4C0B-A3AC-9E1FF065685F}"/>
              </a:ext>
            </a:extLst>
          </p:cNvPr>
          <p:cNvSpPr txBox="1"/>
          <p:nvPr/>
        </p:nvSpPr>
        <p:spPr>
          <a:xfrm>
            <a:off x="4824813" y="4371361"/>
            <a:ext cx="2542373" cy="307777"/>
          </a:xfrm>
          <a:prstGeom prst="rect">
            <a:avLst/>
          </a:prstGeom>
          <a:noFill/>
        </p:spPr>
        <p:txBody>
          <a:bodyPr wrap="square">
            <a:spAutoFit/>
          </a:bodyPr>
          <a:lstStyle/>
          <a:p>
            <a:pPr marL="0" marR="0" algn="ctr">
              <a:lnSpc>
                <a:spcPct val="150000"/>
              </a:lnSpc>
              <a:spcBef>
                <a:spcPts val="1800"/>
              </a:spcBef>
              <a:spcAft>
                <a:spcPts val="1800"/>
              </a:spcAft>
            </a:pPr>
            <a:r>
              <a:rPr lang="id-ID" sz="1050" dirty="0">
                <a:solidFill>
                  <a:schemeClr val="bg1"/>
                </a:solidFill>
                <a:effectLst/>
                <a:ea typeface="Times New Roman" panose="02020603050405020304" pitchFamily="18" charset="0"/>
              </a:rPr>
              <a:t>Tristique nulla aliquet enim tortor</a:t>
            </a:r>
          </a:p>
        </p:txBody>
      </p:sp>
      <p:sp>
        <p:nvSpPr>
          <p:cNvPr id="60" name="TextBox 59">
            <a:extLst>
              <a:ext uri="{FF2B5EF4-FFF2-40B4-BE49-F238E27FC236}">
                <a16:creationId xmlns:a16="http://schemas.microsoft.com/office/drawing/2014/main" id="{F46E6CD8-64A4-440F-95E3-43CAB483FEF3}"/>
              </a:ext>
            </a:extLst>
          </p:cNvPr>
          <p:cNvSpPr txBox="1"/>
          <p:nvPr/>
        </p:nvSpPr>
        <p:spPr>
          <a:xfrm>
            <a:off x="4824813" y="4721744"/>
            <a:ext cx="2542373" cy="307777"/>
          </a:xfrm>
          <a:prstGeom prst="rect">
            <a:avLst/>
          </a:prstGeom>
          <a:noFill/>
        </p:spPr>
        <p:txBody>
          <a:bodyPr wrap="square">
            <a:spAutoFit/>
          </a:bodyPr>
          <a:lstStyle/>
          <a:p>
            <a:pPr marL="0" marR="0" algn="ctr">
              <a:lnSpc>
                <a:spcPct val="150000"/>
              </a:lnSpc>
              <a:spcBef>
                <a:spcPts val="1800"/>
              </a:spcBef>
              <a:spcAft>
                <a:spcPts val="1800"/>
              </a:spcAft>
            </a:pPr>
            <a:r>
              <a:rPr lang="id-ID" sz="1050" dirty="0">
                <a:solidFill>
                  <a:schemeClr val="bg1"/>
                </a:solidFill>
                <a:effectLst/>
                <a:ea typeface="Times New Roman" panose="02020603050405020304" pitchFamily="18" charset="0"/>
              </a:rPr>
              <a:t>Tristique nulla aliquet enim tortor</a:t>
            </a:r>
          </a:p>
        </p:txBody>
      </p:sp>
      <p:sp>
        <p:nvSpPr>
          <p:cNvPr id="61" name="Rectangle 60">
            <a:extLst>
              <a:ext uri="{FF2B5EF4-FFF2-40B4-BE49-F238E27FC236}">
                <a16:creationId xmlns:a16="http://schemas.microsoft.com/office/drawing/2014/main" id="{BC672630-3B90-4643-A07C-A2C80433D0BD}"/>
              </a:ext>
            </a:extLst>
          </p:cNvPr>
          <p:cNvSpPr/>
          <p:nvPr/>
        </p:nvSpPr>
        <p:spPr>
          <a:xfrm>
            <a:off x="5626493" y="5234293"/>
            <a:ext cx="983403" cy="245851"/>
          </a:xfrm>
          <a:prstGeom prst="rect">
            <a:avLst/>
          </a:prstGeom>
          <a:solidFill>
            <a:schemeClr val="accent5">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050" dirty="0">
                <a:solidFill>
                  <a:schemeClr val="bg1"/>
                </a:solidFill>
                <a:latin typeface="+mj-lt"/>
              </a:rPr>
              <a:t>Get It Now</a:t>
            </a:r>
          </a:p>
        </p:txBody>
      </p:sp>
      <p:sp>
        <p:nvSpPr>
          <p:cNvPr id="62" name="Rectangle 61">
            <a:extLst>
              <a:ext uri="{FF2B5EF4-FFF2-40B4-BE49-F238E27FC236}">
                <a16:creationId xmlns:a16="http://schemas.microsoft.com/office/drawing/2014/main" id="{449693F0-B7E0-42EB-B8F2-F644062214C4}"/>
              </a:ext>
            </a:extLst>
          </p:cNvPr>
          <p:cNvSpPr/>
          <p:nvPr/>
        </p:nvSpPr>
        <p:spPr>
          <a:xfrm>
            <a:off x="8101102" y="1985633"/>
            <a:ext cx="2799968" cy="375605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bg1"/>
              </a:solidFill>
            </a:endParaRPr>
          </a:p>
        </p:txBody>
      </p:sp>
      <p:sp>
        <p:nvSpPr>
          <p:cNvPr id="63" name="Rectangle 62">
            <a:extLst>
              <a:ext uri="{FF2B5EF4-FFF2-40B4-BE49-F238E27FC236}">
                <a16:creationId xmlns:a16="http://schemas.microsoft.com/office/drawing/2014/main" id="{3B0EB984-D395-416D-A44D-88BEB7296182}"/>
              </a:ext>
            </a:extLst>
          </p:cNvPr>
          <p:cNvSpPr/>
          <p:nvPr/>
        </p:nvSpPr>
        <p:spPr>
          <a:xfrm>
            <a:off x="8101102" y="2768909"/>
            <a:ext cx="2799968" cy="1145970"/>
          </a:xfrm>
          <a:prstGeom prst="rect">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bg1"/>
              </a:solidFill>
            </a:endParaRPr>
          </a:p>
        </p:txBody>
      </p:sp>
      <p:sp>
        <p:nvSpPr>
          <p:cNvPr id="64" name="TextBox 63">
            <a:extLst>
              <a:ext uri="{FF2B5EF4-FFF2-40B4-BE49-F238E27FC236}">
                <a16:creationId xmlns:a16="http://schemas.microsoft.com/office/drawing/2014/main" id="{E7044815-386A-4CB9-91E8-5887E6D428D4}"/>
              </a:ext>
            </a:extLst>
          </p:cNvPr>
          <p:cNvSpPr txBox="1"/>
          <p:nvPr/>
        </p:nvSpPr>
        <p:spPr>
          <a:xfrm>
            <a:off x="8163859" y="2173436"/>
            <a:ext cx="2674454" cy="460960"/>
          </a:xfrm>
          <a:prstGeom prst="rect">
            <a:avLst/>
          </a:prstGeom>
          <a:noFill/>
        </p:spPr>
        <p:txBody>
          <a:bodyPr wrap="square">
            <a:spAutoFit/>
          </a:bodyPr>
          <a:lstStyle/>
          <a:p>
            <a:pPr marL="0" marR="0" algn="ctr">
              <a:lnSpc>
                <a:spcPct val="150000"/>
              </a:lnSpc>
              <a:spcBef>
                <a:spcPts val="1800"/>
              </a:spcBef>
              <a:spcAft>
                <a:spcPts val="1800"/>
              </a:spcAft>
            </a:pPr>
            <a:r>
              <a:rPr lang="id-ID" sz="1800" b="1" dirty="0">
                <a:solidFill>
                  <a:schemeClr val="bg1"/>
                </a:solidFill>
                <a:effectLst/>
                <a:latin typeface="+mj-lt"/>
                <a:ea typeface="Times New Roman" panose="02020603050405020304" pitchFamily="18" charset="0"/>
              </a:rPr>
              <a:t>Platinum Pack</a:t>
            </a:r>
          </a:p>
        </p:txBody>
      </p:sp>
      <p:grpSp>
        <p:nvGrpSpPr>
          <p:cNvPr id="65" name="Group 64">
            <a:extLst>
              <a:ext uri="{FF2B5EF4-FFF2-40B4-BE49-F238E27FC236}">
                <a16:creationId xmlns:a16="http://schemas.microsoft.com/office/drawing/2014/main" id="{22452595-F6AF-4221-A8DA-9771C3E59F24}"/>
              </a:ext>
            </a:extLst>
          </p:cNvPr>
          <p:cNvGrpSpPr/>
          <p:nvPr/>
        </p:nvGrpSpPr>
        <p:grpSpPr>
          <a:xfrm>
            <a:off x="8741422" y="2845738"/>
            <a:ext cx="1519327" cy="990671"/>
            <a:chOff x="4324446" y="2798028"/>
            <a:chExt cx="1695263" cy="1105389"/>
          </a:xfrm>
        </p:grpSpPr>
        <p:sp>
          <p:nvSpPr>
            <p:cNvPr id="66" name="TextBox 65">
              <a:extLst>
                <a:ext uri="{FF2B5EF4-FFF2-40B4-BE49-F238E27FC236}">
                  <a16:creationId xmlns:a16="http://schemas.microsoft.com/office/drawing/2014/main" id="{CCEB17C8-972A-4978-B366-7BC766230837}"/>
                </a:ext>
              </a:extLst>
            </p:cNvPr>
            <p:cNvSpPr txBox="1"/>
            <p:nvPr/>
          </p:nvSpPr>
          <p:spPr>
            <a:xfrm>
              <a:off x="4324446" y="2798028"/>
              <a:ext cx="1695263" cy="789858"/>
            </a:xfrm>
            <a:prstGeom prst="rect">
              <a:avLst/>
            </a:prstGeom>
            <a:noFill/>
          </p:spPr>
          <p:txBody>
            <a:bodyPr wrap="none" rtlCol="0">
              <a:spAutoFit/>
            </a:bodyPr>
            <a:lstStyle/>
            <a:p>
              <a:pPr algn="ctr"/>
              <a:r>
                <a:rPr lang="en-US" sz="3200" b="1" baseline="30000" dirty="0">
                  <a:solidFill>
                    <a:schemeClr val="bg1"/>
                  </a:solidFill>
                  <a:latin typeface="+mj-lt"/>
                </a:rPr>
                <a:t>$</a:t>
              </a:r>
              <a:r>
                <a:rPr lang="id-ID" sz="4000" b="1" dirty="0">
                  <a:solidFill>
                    <a:schemeClr val="bg1"/>
                  </a:solidFill>
                  <a:latin typeface="+mj-lt"/>
                </a:rPr>
                <a:t>29</a:t>
              </a:r>
              <a:r>
                <a:rPr lang="en-US" sz="4000" b="1" dirty="0">
                  <a:solidFill>
                    <a:schemeClr val="bg1"/>
                  </a:solidFill>
                  <a:latin typeface="+mj-lt"/>
                </a:rPr>
                <a:t>9</a:t>
              </a:r>
              <a:r>
                <a:rPr lang="id-ID" sz="2000" b="1" dirty="0">
                  <a:solidFill>
                    <a:schemeClr val="bg1"/>
                  </a:solidFill>
                  <a:latin typeface="+mj-lt"/>
                </a:rPr>
                <a:t>.99</a:t>
              </a:r>
              <a:endParaRPr lang="en-US" sz="1200" b="1" dirty="0">
                <a:solidFill>
                  <a:schemeClr val="bg1"/>
                </a:solidFill>
                <a:latin typeface="+mj-lt"/>
              </a:endParaRPr>
            </a:p>
          </p:txBody>
        </p:sp>
        <p:sp>
          <p:nvSpPr>
            <p:cNvPr id="67" name="TextBox 66">
              <a:extLst>
                <a:ext uri="{FF2B5EF4-FFF2-40B4-BE49-F238E27FC236}">
                  <a16:creationId xmlns:a16="http://schemas.microsoft.com/office/drawing/2014/main" id="{7CD8697B-0D8B-419B-AAB1-FA373360994C}"/>
                </a:ext>
              </a:extLst>
            </p:cNvPr>
            <p:cNvSpPr txBox="1"/>
            <p:nvPr/>
          </p:nvSpPr>
          <p:spPr>
            <a:xfrm>
              <a:off x="4486276" y="3525659"/>
              <a:ext cx="1371600" cy="377758"/>
            </a:xfrm>
            <a:prstGeom prst="rect">
              <a:avLst/>
            </a:prstGeom>
            <a:noFill/>
          </p:spPr>
          <p:txBody>
            <a:bodyPr wrap="square">
              <a:spAutoFit/>
            </a:bodyPr>
            <a:lstStyle/>
            <a:p>
              <a:pPr marL="0" marR="0" algn="ctr">
                <a:lnSpc>
                  <a:spcPct val="150000"/>
                </a:lnSpc>
                <a:spcBef>
                  <a:spcPts val="1800"/>
                </a:spcBef>
                <a:spcAft>
                  <a:spcPts val="1800"/>
                </a:spcAft>
              </a:pPr>
              <a:r>
                <a:rPr lang="id-ID" sz="1200" i="1" dirty="0">
                  <a:solidFill>
                    <a:schemeClr val="bg1"/>
                  </a:solidFill>
                  <a:ea typeface="Times New Roman" panose="02020603050405020304" pitchFamily="18" charset="0"/>
                </a:rPr>
                <a:t>per month</a:t>
              </a:r>
              <a:endParaRPr lang="id-ID" sz="1200" i="1" dirty="0">
                <a:solidFill>
                  <a:schemeClr val="bg1"/>
                </a:solidFill>
                <a:effectLst/>
                <a:ea typeface="Times New Roman" panose="02020603050405020304" pitchFamily="18" charset="0"/>
              </a:endParaRPr>
            </a:p>
          </p:txBody>
        </p:sp>
      </p:grpSp>
      <p:sp>
        <p:nvSpPr>
          <p:cNvPr id="68" name="TextBox 67">
            <a:extLst>
              <a:ext uri="{FF2B5EF4-FFF2-40B4-BE49-F238E27FC236}">
                <a16:creationId xmlns:a16="http://schemas.microsoft.com/office/drawing/2014/main" id="{8E1EBB2D-CDF0-43E4-8427-F11E9D8C65DC}"/>
              </a:ext>
            </a:extLst>
          </p:cNvPr>
          <p:cNvSpPr txBox="1"/>
          <p:nvPr/>
        </p:nvSpPr>
        <p:spPr>
          <a:xfrm>
            <a:off x="8229899" y="4020977"/>
            <a:ext cx="2542373" cy="307777"/>
          </a:xfrm>
          <a:prstGeom prst="rect">
            <a:avLst/>
          </a:prstGeom>
          <a:noFill/>
        </p:spPr>
        <p:txBody>
          <a:bodyPr wrap="square">
            <a:spAutoFit/>
          </a:bodyPr>
          <a:lstStyle/>
          <a:p>
            <a:pPr marL="0" marR="0" algn="ctr">
              <a:lnSpc>
                <a:spcPct val="150000"/>
              </a:lnSpc>
              <a:spcBef>
                <a:spcPts val="1800"/>
              </a:spcBef>
              <a:spcAft>
                <a:spcPts val="1800"/>
              </a:spcAft>
            </a:pPr>
            <a:r>
              <a:rPr lang="id-ID" sz="1050" dirty="0">
                <a:solidFill>
                  <a:schemeClr val="bg1"/>
                </a:solidFill>
                <a:effectLst/>
                <a:ea typeface="Times New Roman" panose="02020603050405020304" pitchFamily="18" charset="0"/>
              </a:rPr>
              <a:t>Tristique nulla aliquet enim tortor</a:t>
            </a:r>
          </a:p>
        </p:txBody>
      </p:sp>
      <p:sp>
        <p:nvSpPr>
          <p:cNvPr id="69" name="TextBox 68">
            <a:extLst>
              <a:ext uri="{FF2B5EF4-FFF2-40B4-BE49-F238E27FC236}">
                <a16:creationId xmlns:a16="http://schemas.microsoft.com/office/drawing/2014/main" id="{0BB88B0F-8037-48F7-9AF7-27F842B6A4DA}"/>
              </a:ext>
            </a:extLst>
          </p:cNvPr>
          <p:cNvSpPr txBox="1"/>
          <p:nvPr/>
        </p:nvSpPr>
        <p:spPr>
          <a:xfrm>
            <a:off x="8229899" y="4371361"/>
            <a:ext cx="2542373" cy="307777"/>
          </a:xfrm>
          <a:prstGeom prst="rect">
            <a:avLst/>
          </a:prstGeom>
          <a:noFill/>
        </p:spPr>
        <p:txBody>
          <a:bodyPr wrap="square">
            <a:spAutoFit/>
          </a:bodyPr>
          <a:lstStyle/>
          <a:p>
            <a:pPr marL="0" marR="0" algn="ctr">
              <a:lnSpc>
                <a:spcPct val="150000"/>
              </a:lnSpc>
              <a:spcBef>
                <a:spcPts val="1800"/>
              </a:spcBef>
              <a:spcAft>
                <a:spcPts val="1800"/>
              </a:spcAft>
            </a:pPr>
            <a:r>
              <a:rPr lang="id-ID" sz="1050" dirty="0">
                <a:solidFill>
                  <a:schemeClr val="bg1"/>
                </a:solidFill>
                <a:effectLst/>
                <a:ea typeface="Times New Roman" panose="02020603050405020304" pitchFamily="18" charset="0"/>
              </a:rPr>
              <a:t>Tristique nulla aliquet enim tortor</a:t>
            </a:r>
          </a:p>
        </p:txBody>
      </p:sp>
      <p:sp>
        <p:nvSpPr>
          <p:cNvPr id="70" name="TextBox 69">
            <a:extLst>
              <a:ext uri="{FF2B5EF4-FFF2-40B4-BE49-F238E27FC236}">
                <a16:creationId xmlns:a16="http://schemas.microsoft.com/office/drawing/2014/main" id="{C6EAADAA-8BBB-4F62-86AA-A034662C8D71}"/>
              </a:ext>
            </a:extLst>
          </p:cNvPr>
          <p:cNvSpPr txBox="1"/>
          <p:nvPr/>
        </p:nvSpPr>
        <p:spPr>
          <a:xfrm>
            <a:off x="8229899" y="4721744"/>
            <a:ext cx="2542373" cy="307777"/>
          </a:xfrm>
          <a:prstGeom prst="rect">
            <a:avLst/>
          </a:prstGeom>
          <a:noFill/>
        </p:spPr>
        <p:txBody>
          <a:bodyPr wrap="square">
            <a:spAutoFit/>
          </a:bodyPr>
          <a:lstStyle/>
          <a:p>
            <a:pPr marL="0" marR="0" algn="ctr">
              <a:lnSpc>
                <a:spcPct val="150000"/>
              </a:lnSpc>
              <a:spcBef>
                <a:spcPts val="1800"/>
              </a:spcBef>
              <a:spcAft>
                <a:spcPts val="1800"/>
              </a:spcAft>
            </a:pPr>
            <a:r>
              <a:rPr lang="id-ID" sz="1050" dirty="0">
                <a:solidFill>
                  <a:schemeClr val="bg1"/>
                </a:solidFill>
                <a:effectLst/>
                <a:ea typeface="Times New Roman" panose="02020603050405020304" pitchFamily="18" charset="0"/>
              </a:rPr>
              <a:t>Tristique nulla aliquet enim tortor</a:t>
            </a:r>
          </a:p>
        </p:txBody>
      </p:sp>
      <p:sp>
        <p:nvSpPr>
          <p:cNvPr id="71" name="Rectangle 70">
            <a:extLst>
              <a:ext uri="{FF2B5EF4-FFF2-40B4-BE49-F238E27FC236}">
                <a16:creationId xmlns:a16="http://schemas.microsoft.com/office/drawing/2014/main" id="{D72EC2F7-E11A-490D-97BE-1BD7E397BBBD}"/>
              </a:ext>
            </a:extLst>
          </p:cNvPr>
          <p:cNvSpPr/>
          <p:nvPr/>
        </p:nvSpPr>
        <p:spPr>
          <a:xfrm>
            <a:off x="9031579" y="5234293"/>
            <a:ext cx="983403" cy="245851"/>
          </a:xfrm>
          <a:prstGeom prst="rect">
            <a:avLst/>
          </a:prstGeom>
          <a:solidFill>
            <a:schemeClr val="accent5">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050" dirty="0">
                <a:solidFill>
                  <a:schemeClr val="bg1"/>
                </a:solidFill>
                <a:latin typeface="+mj-lt"/>
              </a:rPr>
              <a:t>Get It Now</a:t>
            </a:r>
          </a:p>
        </p:txBody>
      </p:sp>
      <p:sp>
        <p:nvSpPr>
          <p:cNvPr id="74" name="TextBox 73">
            <a:extLst>
              <a:ext uri="{FF2B5EF4-FFF2-40B4-BE49-F238E27FC236}">
                <a16:creationId xmlns:a16="http://schemas.microsoft.com/office/drawing/2014/main" id="{45BDCBA0-7A35-454A-8856-4886BEE63C9E}"/>
              </a:ext>
            </a:extLst>
          </p:cNvPr>
          <p:cNvSpPr txBox="1"/>
          <p:nvPr/>
        </p:nvSpPr>
        <p:spPr>
          <a:xfrm>
            <a:off x="4104372" y="836583"/>
            <a:ext cx="3983256" cy="584775"/>
          </a:xfrm>
          <a:prstGeom prst="rect">
            <a:avLst/>
          </a:prstGeom>
          <a:noFill/>
        </p:spPr>
        <p:txBody>
          <a:bodyPr wrap="square">
            <a:spAutoFit/>
          </a:bodyPr>
          <a:lstStyle/>
          <a:p>
            <a:pPr marL="0" marR="0" algn="ctr">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Pricing </a:t>
            </a:r>
            <a:r>
              <a:rPr lang="en-US" sz="3200" dirty="0">
                <a:solidFill>
                  <a:schemeClr val="accent4"/>
                </a:solidFill>
                <a:latin typeface="+mj-lt"/>
                <a:ea typeface="Calibri" panose="020F0502020204030204" pitchFamily="34" charset="0"/>
                <a:cs typeface="Times New Roman" panose="02020603050405020304" pitchFamily="18" charset="0"/>
              </a:rPr>
              <a:t>Tables</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5099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4AB034D-A195-4FA0-885A-088EE3B42C38}"/>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ectangle 16">
            <a:extLst>
              <a:ext uri="{FF2B5EF4-FFF2-40B4-BE49-F238E27FC236}">
                <a16:creationId xmlns:a16="http://schemas.microsoft.com/office/drawing/2014/main" id="{BBE4AD7E-D6DB-4509-A0A1-9EE595694C6B}"/>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TextBox 17">
            <a:extLst>
              <a:ext uri="{FF2B5EF4-FFF2-40B4-BE49-F238E27FC236}">
                <a16:creationId xmlns:a16="http://schemas.microsoft.com/office/drawing/2014/main" id="{4A6C943F-433F-4561-9DB3-EC817F33E7A1}"/>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34</a:t>
            </a:fld>
            <a:endParaRPr lang="en-ID" sz="4400" dirty="0">
              <a:solidFill>
                <a:schemeClr val="bg1">
                  <a:lumMod val="95000"/>
                </a:schemeClr>
              </a:solidFill>
            </a:endParaRPr>
          </a:p>
        </p:txBody>
      </p:sp>
      <p:sp>
        <p:nvSpPr>
          <p:cNvPr id="19" name="TextBox 18">
            <a:extLst>
              <a:ext uri="{FF2B5EF4-FFF2-40B4-BE49-F238E27FC236}">
                <a16:creationId xmlns:a16="http://schemas.microsoft.com/office/drawing/2014/main" id="{3583346B-3401-4593-B5B7-E15D4EC44FD7}"/>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12" name="TextBox 11">
            <a:extLst>
              <a:ext uri="{FF2B5EF4-FFF2-40B4-BE49-F238E27FC236}">
                <a16:creationId xmlns:a16="http://schemas.microsoft.com/office/drawing/2014/main" id="{20CE82E0-17E1-49F5-B1ED-6DD5CAAE31EB}"/>
              </a:ext>
            </a:extLst>
          </p:cNvPr>
          <p:cNvSpPr txBox="1"/>
          <p:nvPr/>
        </p:nvSpPr>
        <p:spPr>
          <a:xfrm>
            <a:off x="1443790" y="2687736"/>
            <a:ext cx="4884702" cy="1015663"/>
          </a:xfrm>
          <a:prstGeom prst="rect">
            <a:avLst/>
          </a:prstGeom>
          <a:noFill/>
        </p:spPr>
        <p:txBody>
          <a:bodyPr wrap="square">
            <a:spAutoFit/>
          </a:bodyPr>
          <a:lstStyle/>
          <a:p>
            <a:pPr algn="l"/>
            <a:r>
              <a:rPr lang="en-US" sz="2000" b="1" i="0" dirty="0">
                <a:solidFill>
                  <a:schemeClr val="tx1">
                    <a:lumMod val="65000"/>
                    <a:lumOff val="35000"/>
                  </a:schemeClr>
                </a:solidFill>
                <a:effectLst/>
                <a:latin typeface="+mj-lt"/>
              </a:rPr>
              <a:t>And The Day Came When The Risk To Remain Tight In A Bud Was More Painful Than The Risk It Took To Blossom.</a:t>
            </a:r>
          </a:p>
        </p:txBody>
      </p:sp>
      <p:sp>
        <p:nvSpPr>
          <p:cNvPr id="13" name="TextBox 12">
            <a:extLst>
              <a:ext uri="{FF2B5EF4-FFF2-40B4-BE49-F238E27FC236}">
                <a16:creationId xmlns:a16="http://schemas.microsoft.com/office/drawing/2014/main" id="{A64BA7CD-CEC3-4A6F-8314-6F289F6C07B0}"/>
              </a:ext>
            </a:extLst>
          </p:cNvPr>
          <p:cNvSpPr txBox="1"/>
          <p:nvPr/>
        </p:nvSpPr>
        <p:spPr>
          <a:xfrm>
            <a:off x="1443790" y="4092980"/>
            <a:ext cx="2218625" cy="420628"/>
          </a:xfrm>
          <a:prstGeom prst="rect">
            <a:avLst/>
          </a:prstGeom>
          <a:noFill/>
        </p:spPr>
        <p:txBody>
          <a:bodyPr wrap="square">
            <a:spAutoFit/>
          </a:bodyPr>
          <a:lstStyle/>
          <a:p>
            <a:pPr marL="0" marR="0">
              <a:lnSpc>
                <a:spcPct val="150000"/>
              </a:lnSpc>
              <a:spcBef>
                <a:spcPts val="1800"/>
              </a:spcBef>
              <a:spcAft>
                <a:spcPts val="1800"/>
              </a:spcAft>
            </a:pPr>
            <a:r>
              <a:rPr lang="en-US" sz="1600" b="1" dirty="0">
                <a:solidFill>
                  <a:schemeClr val="tx1">
                    <a:lumMod val="50000"/>
                    <a:lumOff val="50000"/>
                  </a:schemeClr>
                </a:solidFill>
                <a:ea typeface="Times New Roman" panose="02020603050405020304" pitchFamily="18" charset="0"/>
              </a:rPr>
              <a:t>Quote By </a:t>
            </a:r>
            <a:r>
              <a:rPr lang="en-US" sz="1600" b="1" dirty="0">
                <a:solidFill>
                  <a:schemeClr val="accent6"/>
                </a:solidFill>
                <a:ea typeface="Times New Roman" panose="02020603050405020304" pitchFamily="18" charset="0"/>
              </a:rPr>
              <a:t>Your Name</a:t>
            </a:r>
            <a:endParaRPr lang="id-ID" sz="1600" b="1" dirty="0">
              <a:solidFill>
                <a:schemeClr val="accent6"/>
              </a:solidFill>
              <a:effectLst/>
              <a:ea typeface="Times New Roman" panose="02020603050405020304" pitchFamily="18" charset="0"/>
            </a:endParaRPr>
          </a:p>
        </p:txBody>
      </p:sp>
      <p:sp>
        <p:nvSpPr>
          <p:cNvPr id="5" name="Rectangle 4">
            <a:extLst>
              <a:ext uri="{FF2B5EF4-FFF2-40B4-BE49-F238E27FC236}">
                <a16:creationId xmlns:a16="http://schemas.microsoft.com/office/drawing/2014/main" id="{4B1474C0-4AC9-4454-B0D7-515CA1DAFD25}"/>
              </a:ext>
            </a:extLst>
          </p:cNvPr>
          <p:cNvSpPr/>
          <p:nvPr/>
        </p:nvSpPr>
        <p:spPr>
          <a:xfrm>
            <a:off x="1530526" y="2539004"/>
            <a:ext cx="1411705" cy="91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Picture Placeholder 7">
            <a:extLst>
              <a:ext uri="{FF2B5EF4-FFF2-40B4-BE49-F238E27FC236}">
                <a16:creationId xmlns:a16="http://schemas.microsoft.com/office/drawing/2014/main" id="{69BC4A51-D94C-4986-9CB7-848EC249E544}"/>
              </a:ext>
            </a:extLst>
          </p:cNvPr>
          <p:cNvSpPr>
            <a:spLocks noGrp="1"/>
          </p:cNvSpPr>
          <p:nvPr>
            <p:ph type="pic" sz="quarter" idx="10"/>
          </p:nvPr>
        </p:nvSpPr>
        <p:spPr/>
      </p:sp>
    </p:spTree>
    <p:extLst>
      <p:ext uri="{BB962C8B-B14F-4D97-AF65-F5344CB8AC3E}">
        <p14:creationId xmlns:p14="http://schemas.microsoft.com/office/powerpoint/2010/main" val="40324691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E27951B-5849-40E7-A168-B2FD88C3FA40}"/>
              </a:ext>
            </a:extLst>
          </p:cNvPr>
          <p:cNvSpPr/>
          <p:nvPr/>
        </p:nvSpPr>
        <p:spPr>
          <a:xfrm>
            <a:off x="618093" y="4351420"/>
            <a:ext cx="45719" cy="18328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TextBox 25">
            <a:extLst>
              <a:ext uri="{FF2B5EF4-FFF2-40B4-BE49-F238E27FC236}">
                <a16:creationId xmlns:a16="http://schemas.microsoft.com/office/drawing/2014/main" id="{8D8278EB-A6B0-4340-9514-8AE6FB8B96C8}"/>
              </a:ext>
            </a:extLst>
          </p:cNvPr>
          <p:cNvSpPr txBox="1"/>
          <p:nvPr/>
        </p:nvSpPr>
        <p:spPr>
          <a:xfrm rot="16200000">
            <a:off x="-93027" y="3446443"/>
            <a:ext cx="1386273" cy="318036"/>
          </a:xfrm>
          <a:prstGeom prst="rect">
            <a:avLst/>
          </a:prstGeom>
          <a:noFill/>
        </p:spPr>
        <p:txBody>
          <a:bodyPr wrap="square">
            <a:spAutoFit/>
          </a:bodyPr>
          <a:lstStyle/>
          <a:p>
            <a:pPr marL="0" marR="0" algn="just">
              <a:lnSpc>
                <a:spcPct val="150000"/>
              </a:lnSpc>
              <a:spcBef>
                <a:spcPts val="1800"/>
              </a:spcBef>
              <a:spcAft>
                <a:spcPts val="1800"/>
              </a:spcAft>
            </a:pPr>
            <a:r>
              <a:rPr lang="en-US" sz="1100" b="1" dirty="0">
                <a:solidFill>
                  <a:schemeClr val="bg1">
                    <a:lumMod val="85000"/>
                  </a:schemeClr>
                </a:solidFill>
                <a:effectLst/>
                <a:ea typeface="Times New Roman" panose="02020603050405020304" pitchFamily="18" charset="0"/>
              </a:rPr>
              <a:t>Creative Agency</a:t>
            </a:r>
            <a:endParaRPr lang="id-ID" sz="1100" b="1" dirty="0">
              <a:solidFill>
                <a:schemeClr val="bg1">
                  <a:lumMod val="85000"/>
                </a:schemeClr>
              </a:solidFill>
              <a:effectLst/>
              <a:ea typeface="Times New Roman" panose="02020603050405020304" pitchFamily="18" charset="0"/>
            </a:endParaRPr>
          </a:p>
        </p:txBody>
      </p:sp>
      <p:sp>
        <p:nvSpPr>
          <p:cNvPr id="6" name="Rectangle 5">
            <a:extLst>
              <a:ext uri="{FF2B5EF4-FFF2-40B4-BE49-F238E27FC236}">
                <a16:creationId xmlns:a16="http://schemas.microsoft.com/office/drawing/2014/main" id="{4B20BFDA-89B4-4081-90A2-555B52B468E1}"/>
              </a:ext>
            </a:extLst>
          </p:cNvPr>
          <p:cNvSpPr/>
          <p:nvPr/>
        </p:nvSpPr>
        <p:spPr>
          <a:xfrm>
            <a:off x="1442035" y="3674903"/>
            <a:ext cx="2316022"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rPr>
              <a:t>Monday – Saturday</a:t>
            </a:r>
          </a:p>
          <a:p>
            <a:pPr algn="just">
              <a:lnSpc>
                <a:spcPct val="150000"/>
              </a:lnSpc>
            </a:pPr>
            <a:r>
              <a:rPr lang="id-ID" sz="1200" dirty="0">
                <a:solidFill>
                  <a:schemeClr val="tx1">
                    <a:lumMod val="50000"/>
                    <a:lumOff val="50000"/>
                  </a:schemeClr>
                </a:solidFill>
              </a:rPr>
              <a:t>08.00 AM – 08.00 PM</a:t>
            </a:r>
          </a:p>
        </p:txBody>
      </p:sp>
      <p:sp>
        <p:nvSpPr>
          <p:cNvPr id="7" name="Rectangle 6">
            <a:extLst>
              <a:ext uri="{FF2B5EF4-FFF2-40B4-BE49-F238E27FC236}">
                <a16:creationId xmlns:a16="http://schemas.microsoft.com/office/drawing/2014/main" id="{1A64558C-F4FC-4F2A-BEE1-5143F9073E0E}"/>
              </a:ext>
            </a:extLst>
          </p:cNvPr>
          <p:cNvSpPr/>
          <p:nvPr/>
        </p:nvSpPr>
        <p:spPr>
          <a:xfrm>
            <a:off x="1442035" y="3348347"/>
            <a:ext cx="1530362" cy="420628"/>
          </a:xfrm>
          <a:prstGeom prst="rect">
            <a:avLst/>
          </a:prstGeom>
          <a:noFill/>
        </p:spPr>
        <p:txBody>
          <a:bodyPr wrap="square" rtlCol="0">
            <a:spAutoFit/>
          </a:bodyPr>
          <a:lstStyle/>
          <a:p>
            <a:pPr algn="just">
              <a:lnSpc>
                <a:spcPct val="150000"/>
              </a:lnSpc>
            </a:pPr>
            <a:r>
              <a:rPr lang="id-ID" sz="1600" b="1" dirty="0">
                <a:solidFill>
                  <a:schemeClr val="tx1">
                    <a:lumMod val="65000"/>
                    <a:lumOff val="35000"/>
                  </a:schemeClr>
                </a:solidFill>
              </a:rPr>
              <a:t>Office Hours</a:t>
            </a:r>
          </a:p>
        </p:txBody>
      </p:sp>
      <p:sp>
        <p:nvSpPr>
          <p:cNvPr id="8" name="Rectangle 7">
            <a:extLst>
              <a:ext uri="{FF2B5EF4-FFF2-40B4-BE49-F238E27FC236}">
                <a16:creationId xmlns:a16="http://schemas.microsoft.com/office/drawing/2014/main" id="{6C5FFE71-9448-40E0-A48A-8F827C17ADFF}"/>
              </a:ext>
            </a:extLst>
          </p:cNvPr>
          <p:cNvSpPr/>
          <p:nvPr/>
        </p:nvSpPr>
        <p:spPr>
          <a:xfrm>
            <a:off x="3524153" y="3674903"/>
            <a:ext cx="2316023" cy="615553"/>
          </a:xfrm>
          <a:prstGeom prst="rect">
            <a:avLst/>
          </a:prstGeom>
          <a:noFill/>
        </p:spPr>
        <p:txBody>
          <a:bodyPr wrap="square" rtlCol="0">
            <a:spAutoFit/>
          </a:bodyPr>
          <a:lstStyle/>
          <a:p>
            <a:pPr>
              <a:lnSpc>
                <a:spcPct val="150000"/>
              </a:lnSpc>
            </a:pPr>
            <a:r>
              <a:rPr lang="en-ID" sz="1200" dirty="0">
                <a:solidFill>
                  <a:schemeClr val="tx1">
                    <a:lumMod val="50000"/>
                    <a:lumOff val="50000"/>
                  </a:schemeClr>
                </a:solidFill>
              </a:rPr>
              <a:t>Marketing Pop-Up,</a:t>
            </a:r>
            <a:r>
              <a:rPr lang="id-ID" sz="1200" dirty="0">
                <a:solidFill>
                  <a:schemeClr val="tx1">
                    <a:lumMod val="50000"/>
                    <a:lumOff val="50000"/>
                  </a:schemeClr>
                </a:solidFill>
              </a:rPr>
              <a:t> </a:t>
            </a:r>
            <a:r>
              <a:rPr lang="en-ID" sz="1200" dirty="0">
                <a:solidFill>
                  <a:schemeClr val="tx1">
                    <a:lumMod val="50000"/>
                    <a:lumOff val="50000"/>
                  </a:schemeClr>
                </a:solidFill>
              </a:rPr>
              <a:t>Goodwin Street, Mumbai, N4 3HQ</a:t>
            </a:r>
            <a:endParaRPr lang="id-ID" sz="1200" dirty="0">
              <a:solidFill>
                <a:schemeClr val="tx1">
                  <a:lumMod val="50000"/>
                  <a:lumOff val="50000"/>
                </a:schemeClr>
              </a:solidFill>
            </a:endParaRPr>
          </a:p>
        </p:txBody>
      </p:sp>
      <p:sp>
        <p:nvSpPr>
          <p:cNvPr id="9" name="Rectangle 8">
            <a:extLst>
              <a:ext uri="{FF2B5EF4-FFF2-40B4-BE49-F238E27FC236}">
                <a16:creationId xmlns:a16="http://schemas.microsoft.com/office/drawing/2014/main" id="{BC18D30D-DE8A-4A33-A9EF-C43D213591BD}"/>
              </a:ext>
            </a:extLst>
          </p:cNvPr>
          <p:cNvSpPr/>
          <p:nvPr/>
        </p:nvSpPr>
        <p:spPr>
          <a:xfrm>
            <a:off x="3524154" y="3348347"/>
            <a:ext cx="1530362" cy="420628"/>
          </a:xfrm>
          <a:prstGeom prst="rect">
            <a:avLst/>
          </a:prstGeom>
          <a:noFill/>
        </p:spPr>
        <p:txBody>
          <a:bodyPr wrap="square" rtlCol="0">
            <a:spAutoFit/>
          </a:bodyPr>
          <a:lstStyle/>
          <a:p>
            <a:pPr algn="just">
              <a:lnSpc>
                <a:spcPct val="150000"/>
              </a:lnSpc>
            </a:pPr>
            <a:r>
              <a:rPr lang="id-ID" sz="1600" b="1" dirty="0">
                <a:solidFill>
                  <a:schemeClr val="tx1">
                    <a:lumMod val="65000"/>
                    <a:lumOff val="35000"/>
                  </a:schemeClr>
                </a:solidFill>
              </a:rPr>
              <a:t>Address</a:t>
            </a:r>
          </a:p>
        </p:txBody>
      </p:sp>
      <p:sp>
        <p:nvSpPr>
          <p:cNvPr id="10" name="Rectangle 9">
            <a:extLst>
              <a:ext uri="{FF2B5EF4-FFF2-40B4-BE49-F238E27FC236}">
                <a16:creationId xmlns:a16="http://schemas.microsoft.com/office/drawing/2014/main" id="{DB3647A5-3664-4AA8-91F3-361F4945C80A}"/>
              </a:ext>
            </a:extLst>
          </p:cNvPr>
          <p:cNvSpPr/>
          <p:nvPr/>
        </p:nvSpPr>
        <p:spPr>
          <a:xfrm>
            <a:off x="1442035" y="4951107"/>
            <a:ext cx="2316022" cy="615553"/>
          </a:xfrm>
          <a:prstGeom prst="rect">
            <a:avLst/>
          </a:prstGeom>
          <a:noFill/>
        </p:spPr>
        <p:txBody>
          <a:bodyPr wrap="square" rtlCol="0">
            <a:spAutoFit/>
          </a:bodyPr>
          <a:lstStyle/>
          <a:p>
            <a:pPr algn="just">
              <a:lnSpc>
                <a:spcPct val="150000"/>
              </a:lnSpc>
            </a:pPr>
            <a:r>
              <a:rPr lang="id-ID" sz="1200" dirty="0">
                <a:solidFill>
                  <a:schemeClr val="tx1">
                    <a:lumMod val="50000"/>
                    <a:lumOff val="50000"/>
                  </a:schemeClr>
                </a:solidFill>
              </a:rPr>
              <a:t>(+62) 000 0000 0000</a:t>
            </a:r>
          </a:p>
          <a:p>
            <a:pPr algn="just">
              <a:lnSpc>
                <a:spcPct val="150000"/>
              </a:lnSpc>
            </a:pPr>
            <a:r>
              <a:rPr lang="id-ID" sz="1200" dirty="0">
                <a:solidFill>
                  <a:schemeClr val="tx1">
                    <a:lumMod val="50000"/>
                    <a:lumOff val="50000"/>
                  </a:schemeClr>
                </a:solidFill>
              </a:rPr>
              <a:t>(0725) 00000</a:t>
            </a:r>
          </a:p>
        </p:txBody>
      </p:sp>
      <p:sp>
        <p:nvSpPr>
          <p:cNvPr id="11" name="Rectangle 10">
            <a:extLst>
              <a:ext uri="{FF2B5EF4-FFF2-40B4-BE49-F238E27FC236}">
                <a16:creationId xmlns:a16="http://schemas.microsoft.com/office/drawing/2014/main" id="{8432A228-FC70-48F1-A4C9-9449DBCC2A64}"/>
              </a:ext>
            </a:extLst>
          </p:cNvPr>
          <p:cNvSpPr/>
          <p:nvPr/>
        </p:nvSpPr>
        <p:spPr>
          <a:xfrm>
            <a:off x="1442035" y="4608509"/>
            <a:ext cx="1530362" cy="420628"/>
          </a:xfrm>
          <a:prstGeom prst="rect">
            <a:avLst/>
          </a:prstGeom>
          <a:noFill/>
        </p:spPr>
        <p:txBody>
          <a:bodyPr wrap="square" rtlCol="0">
            <a:spAutoFit/>
          </a:bodyPr>
          <a:lstStyle/>
          <a:p>
            <a:pPr algn="just">
              <a:lnSpc>
                <a:spcPct val="150000"/>
              </a:lnSpc>
            </a:pPr>
            <a:r>
              <a:rPr lang="id-ID" sz="1600" b="1" dirty="0">
                <a:solidFill>
                  <a:schemeClr val="tx1">
                    <a:lumMod val="65000"/>
                    <a:lumOff val="35000"/>
                  </a:schemeClr>
                </a:solidFill>
              </a:rPr>
              <a:t>Get In Touch</a:t>
            </a:r>
          </a:p>
        </p:txBody>
      </p:sp>
      <p:sp>
        <p:nvSpPr>
          <p:cNvPr id="12" name="Rectangle 11">
            <a:extLst>
              <a:ext uri="{FF2B5EF4-FFF2-40B4-BE49-F238E27FC236}">
                <a16:creationId xmlns:a16="http://schemas.microsoft.com/office/drawing/2014/main" id="{24FF5A29-EB83-46AC-9CBA-977350EC6430}"/>
              </a:ext>
            </a:extLst>
          </p:cNvPr>
          <p:cNvSpPr/>
          <p:nvPr/>
        </p:nvSpPr>
        <p:spPr>
          <a:xfrm>
            <a:off x="3524154" y="4951107"/>
            <a:ext cx="2316022" cy="615553"/>
          </a:xfrm>
          <a:prstGeom prst="rect">
            <a:avLst/>
          </a:prstGeom>
          <a:noFill/>
        </p:spPr>
        <p:txBody>
          <a:bodyPr wrap="square" rtlCol="0">
            <a:spAutoFit/>
          </a:bodyPr>
          <a:lstStyle/>
          <a:p>
            <a:pPr>
              <a:lnSpc>
                <a:spcPct val="150000"/>
              </a:lnSpc>
            </a:pPr>
            <a:r>
              <a:rPr lang="en-ID" sz="1200" dirty="0">
                <a:solidFill>
                  <a:schemeClr val="tx1">
                    <a:lumMod val="50000"/>
                    <a:lumOff val="50000"/>
                  </a:schemeClr>
                </a:solidFill>
              </a:rPr>
              <a:t>w</a:t>
            </a:r>
            <a:r>
              <a:rPr lang="id-ID" sz="1200" dirty="0">
                <a:solidFill>
                  <a:schemeClr val="tx1">
                    <a:lumMod val="50000"/>
                    <a:lumOff val="50000"/>
                  </a:schemeClr>
                </a:solidFill>
              </a:rPr>
              <a:t>ww</a:t>
            </a:r>
            <a:r>
              <a:rPr lang="en-US" sz="1200" dirty="0">
                <a:solidFill>
                  <a:schemeClr val="tx1">
                    <a:lumMod val="50000"/>
                    <a:lumOff val="50000"/>
                  </a:schemeClr>
                </a:solidFill>
              </a:rPr>
              <a:t>.</a:t>
            </a:r>
            <a:r>
              <a:rPr lang="en-US" sz="1200" dirty="0" err="1">
                <a:solidFill>
                  <a:schemeClr val="tx1">
                    <a:lumMod val="50000"/>
                    <a:lumOff val="50000"/>
                  </a:schemeClr>
                </a:solidFill>
              </a:rPr>
              <a:t>cinamo</a:t>
            </a:r>
            <a:r>
              <a:rPr lang="id-ID" sz="1200" dirty="0">
                <a:solidFill>
                  <a:schemeClr val="tx1">
                    <a:lumMod val="50000"/>
                    <a:lumOff val="50000"/>
                  </a:schemeClr>
                </a:solidFill>
              </a:rPr>
              <a:t>.com</a:t>
            </a:r>
          </a:p>
          <a:p>
            <a:pPr>
              <a:lnSpc>
                <a:spcPct val="150000"/>
              </a:lnSpc>
            </a:pPr>
            <a:r>
              <a:rPr lang="id-ID" sz="1200" dirty="0">
                <a:solidFill>
                  <a:schemeClr val="tx1">
                    <a:lumMod val="50000"/>
                    <a:lumOff val="50000"/>
                  </a:schemeClr>
                </a:solidFill>
              </a:rPr>
              <a:t>office@</a:t>
            </a:r>
            <a:r>
              <a:rPr lang="en-US" sz="1200" dirty="0" err="1">
                <a:solidFill>
                  <a:schemeClr val="tx1">
                    <a:lumMod val="50000"/>
                    <a:lumOff val="50000"/>
                  </a:schemeClr>
                </a:solidFill>
              </a:rPr>
              <a:t>cinamo</a:t>
            </a:r>
            <a:r>
              <a:rPr lang="id-ID" sz="1200" dirty="0">
                <a:solidFill>
                  <a:schemeClr val="tx1">
                    <a:lumMod val="50000"/>
                    <a:lumOff val="50000"/>
                  </a:schemeClr>
                </a:solidFill>
              </a:rPr>
              <a:t>.com</a:t>
            </a:r>
          </a:p>
        </p:txBody>
      </p:sp>
      <p:sp>
        <p:nvSpPr>
          <p:cNvPr id="13" name="Rectangle 12">
            <a:extLst>
              <a:ext uri="{FF2B5EF4-FFF2-40B4-BE49-F238E27FC236}">
                <a16:creationId xmlns:a16="http://schemas.microsoft.com/office/drawing/2014/main" id="{FEEF600A-4A9E-44E6-A7A5-0592B130DDF8}"/>
              </a:ext>
            </a:extLst>
          </p:cNvPr>
          <p:cNvSpPr/>
          <p:nvPr/>
        </p:nvSpPr>
        <p:spPr>
          <a:xfrm>
            <a:off x="3524154" y="4608509"/>
            <a:ext cx="1530362" cy="420628"/>
          </a:xfrm>
          <a:prstGeom prst="rect">
            <a:avLst/>
          </a:prstGeom>
          <a:noFill/>
        </p:spPr>
        <p:txBody>
          <a:bodyPr wrap="square" rtlCol="0">
            <a:spAutoFit/>
          </a:bodyPr>
          <a:lstStyle/>
          <a:p>
            <a:pPr algn="just">
              <a:lnSpc>
                <a:spcPct val="150000"/>
              </a:lnSpc>
            </a:pPr>
            <a:r>
              <a:rPr lang="id-ID" sz="1600" b="1" dirty="0">
                <a:solidFill>
                  <a:schemeClr val="tx1">
                    <a:lumMod val="65000"/>
                    <a:lumOff val="35000"/>
                  </a:schemeClr>
                </a:solidFill>
              </a:rPr>
              <a:t>Follow Us</a:t>
            </a:r>
          </a:p>
        </p:txBody>
      </p:sp>
      <p:sp>
        <p:nvSpPr>
          <p:cNvPr id="17" name="TextBox 16">
            <a:extLst>
              <a:ext uri="{FF2B5EF4-FFF2-40B4-BE49-F238E27FC236}">
                <a16:creationId xmlns:a16="http://schemas.microsoft.com/office/drawing/2014/main" id="{800C8F6F-CD48-4DD4-A2A9-8F9D39E611CE}"/>
              </a:ext>
            </a:extLst>
          </p:cNvPr>
          <p:cNvSpPr txBox="1"/>
          <p:nvPr/>
        </p:nvSpPr>
        <p:spPr>
          <a:xfrm>
            <a:off x="1404726" y="1496643"/>
            <a:ext cx="3487788" cy="1077218"/>
          </a:xfrm>
          <a:prstGeom prst="rect">
            <a:avLst/>
          </a:prstGeom>
          <a:noFill/>
        </p:spPr>
        <p:txBody>
          <a:bodyPr wrap="square">
            <a:spAutoFit/>
          </a:bodyPr>
          <a:lstStyle/>
          <a:p>
            <a:pPr marL="0" marR="0">
              <a:spcBef>
                <a:spcPts val="0"/>
              </a:spcBef>
              <a:spcAft>
                <a:spcPts val="800"/>
              </a:spcAft>
            </a:pPr>
            <a:r>
              <a:rPr lang="en-US" sz="32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Contact </a:t>
            </a:r>
            <a:r>
              <a:rPr lang="en-US" sz="3200" dirty="0" err="1">
                <a:solidFill>
                  <a:schemeClr val="accent4"/>
                </a:solidFill>
                <a:effectLst/>
                <a:latin typeface="+mj-lt"/>
                <a:ea typeface="Calibri" panose="020F0502020204030204" pitchFamily="34" charset="0"/>
                <a:cs typeface="Times New Roman" panose="02020603050405020304" pitchFamily="18" charset="0"/>
              </a:rPr>
              <a:t>Informations</a:t>
            </a:r>
            <a:endParaRPr lang="id-ID" sz="32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 name="Picture Placeholder 1">
            <a:extLst>
              <a:ext uri="{FF2B5EF4-FFF2-40B4-BE49-F238E27FC236}">
                <a16:creationId xmlns:a16="http://schemas.microsoft.com/office/drawing/2014/main" id="{1C4768E9-7644-470C-80EC-889B56E2C3D5}"/>
              </a:ext>
            </a:extLst>
          </p:cNvPr>
          <p:cNvSpPr>
            <a:spLocks noGrp="1"/>
          </p:cNvSpPr>
          <p:nvPr>
            <p:ph type="pic" sz="quarter" idx="10"/>
          </p:nvPr>
        </p:nvSpPr>
        <p:spPr/>
      </p:sp>
    </p:spTree>
    <p:extLst>
      <p:ext uri="{BB962C8B-B14F-4D97-AF65-F5344CB8AC3E}">
        <p14:creationId xmlns:p14="http://schemas.microsoft.com/office/powerpoint/2010/main" val="603115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D8B0A9E-0B03-4B09-A037-AA950144D19A}"/>
              </a:ext>
            </a:extLst>
          </p:cNvPr>
          <p:cNvSpPr>
            <a:spLocks noGrp="1"/>
          </p:cNvSpPr>
          <p:nvPr>
            <p:ph type="pic" sz="quarter" idx="10"/>
          </p:nvPr>
        </p:nvSpPr>
        <p:spPr/>
      </p:sp>
      <p:sp>
        <p:nvSpPr>
          <p:cNvPr id="7" name="Rectangle 6">
            <a:extLst>
              <a:ext uri="{FF2B5EF4-FFF2-40B4-BE49-F238E27FC236}">
                <a16:creationId xmlns:a16="http://schemas.microsoft.com/office/drawing/2014/main" id="{84C12DEA-B103-48EF-898B-94C0C6208591}"/>
              </a:ext>
            </a:extLst>
          </p:cNvPr>
          <p:cNvSpPr/>
          <p:nvPr/>
        </p:nvSpPr>
        <p:spPr>
          <a:xfrm>
            <a:off x="7732295" y="2026036"/>
            <a:ext cx="2804962" cy="1252374"/>
          </a:xfrm>
          <a:prstGeom prst="rect">
            <a:avLst/>
          </a:prstGeom>
          <a:solidFill>
            <a:schemeClr val="accent4">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TextBox 7">
            <a:extLst>
              <a:ext uri="{FF2B5EF4-FFF2-40B4-BE49-F238E27FC236}">
                <a16:creationId xmlns:a16="http://schemas.microsoft.com/office/drawing/2014/main" id="{C532EFCC-1C05-451B-8678-148D7398DD89}"/>
              </a:ext>
            </a:extLst>
          </p:cNvPr>
          <p:cNvSpPr txBox="1"/>
          <p:nvPr/>
        </p:nvSpPr>
        <p:spPr>
          <a:xfrm>
            <a:off x="5983706" y="2026036"/>
            <a:ext cx="4684296" cy="1323439"/>
          </a:xfrm>
          <a:prstGeom prst="rect">
            <a:avLst/>
          </a:prstGeom>
          <a:noFill/>
        </p:spPr>
        <p:txBody>
          <a:bodyPr wrap="square">
            <a:spAutoFit/>
          </a:bodyPr>
          <a:lstStyle/>
          <a:p>
            <a:pPr marL="0" marR="0">
              <a:spcBef>
                <a:spcPts val="0"/>
              </a:spcBef>
              <a:spcAft>
                <a:spcPts val="800"/>
              </a:spcAft>
            </a:pPr>
            <a:r>
              <a:rPr lang="en-US" sz="80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Thanks</a:t>
            </a:r>
            <a:endParaRPr lang="id-ID" sz="80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A7753660-D9FA-491D-94DB-BE3DD67D77CD}"/>
              </a:ext>
            </a:extLst>
          </p:cNvPr>
          <p:cNvSpPr txBox="1"/>
          <p:nvPr/>
        </p:nvSpPr>
        <p:spPr>
          <a:xfrm>
            <a:off x="6034807" y="3301349"/>
            <a:ext cx="3478162" cy="461665"/>
          </a:xfrm>
          <a:prstGeom prst="rect">
            <a:avLst/>
          </a:prstGeom>
          <a:noFill/>
        </p:spPr>
        <p:txBody>
          <a:bodyPr wrap="square">
            <a:spAutoFit/>
          </a:bodyPr>
          <a:lstStyle/>
          <a:p>
            <a:pPr marL="0" marR="0" algn="just">
              <a:lnSpc>
                <a:spcPct val="150000"/>
              </a:lnSpc>
              <a:spcBef>
                <a:spcPts val="1800"/>
              </a:spcBef>
              <a:spcAft>
                <a:spcPts val="1800"/>
              </a:spcAft>
            </a:pPr>
            <a:r>
              <a:rPr lang="en-US" dirty="0">
                <a:solidFill>
                  <a:schemeClr val="tx1">
                    <a:lumMod val="65000"/>
                    <a:lumOff val="35000"/>
                  </a:schemeClr>
                </a:solidFill>
                <a:ea typeface="Times New Roman" panose="02020603050405020304" pitchFamily="18" charset="0"/>
              </a:rPr>
              <a:t>And Time To Say Good Bye</a:t>
            </a:r>
            <a:endParaRPr lang="id-ID" dirty="0">
              <a:solidFill>
                <a:schemeClr val="tx1">
                  <a:lumMod val="65000"/>
                  <a:lumOff val="35000"/>
                </a:schemeClr>
              </a:solidFill>
              <a:effectLst/>
              <a:ea typeface="Times New Roman" panose="02020603050405020304" pitchFamily="18" charset="0"/>
            </a:endParaRPr>
          </a:p>
        </p:txBody>
      </p:sp>
      <p:sp>
        <p:nvSpPr>
          <p:cNvPr id="10" name="Rectangle 9">
            <a:extLst>
              <a:ext uri="{FF2B5EF4-FFF2-40B4-BE49-F238E27FC236}">
                <a16:creationId xmlns:a16="http://schemas.microsoft.com/office/drawing/2014/main" id="{D9D22366-175A-41F2-9CA5-129D198DE16D}"/>
              </a:ext>
            </a:extLst>
          </p:cNvPr>
          <p:cNvSpPr/>
          <p:nvPr/>
        </p:nvSpPr>
        <p:spPr>
          <a:xfrm>
            <a:off x="9051405" y="3557447"/>
            <a:ext cx="709015" cy="457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TextBox 10">
            <a:extLst>
              <a:ext uri="{FF2B5EF4-FFF2-40B4-BE49-F238E27FC236}">
                <a16:creationId xmlns:a16="http://schemas.microsoft.com/office/drawing/2014/main" id="{7CFCE19A-B610-43BF-8FB8-33F1CB618738}"/>
              </a:ext>
            </a:extLst>
          </p:cNvPr>
          <p:cNvSpPr txBox="1"/>
          <p:nvPr/>
        </p:nvSpPr>
        <p:spPr>
          <a:xfrm>
            <a:off x="6034807" y="4452930"/>
            <a:ext cx="4684296" cy="825867"/>
          </a:xfrm>
          <a:prstGeom prst="rect">
            <a:avLst/>
          </a:prstGeom>
          <a:noFill/>
        </p:spPr>
        <p:txBody>
          <a:bodyPr wrap="square">
            <a:spAutoFit/>
          </a:bodyPr>
          <a:lstStyle/>
          <a:p>
            <a:pPr marL="0" marR="0" algn="just">
              <a:lnSpc>
                <a:spcPct val="150000"/>
              </a:lnSpc>
              <a:spcBef>
                <a:spcPts val="1800"/>
              </a:spcBef>
              <a:spcAft>
                <a:spcPts val="1800"/>
              </a:spcAft>
            </a:pPr>
            <a:r>
              <a:rPr lang="id-ID" sz="1100" dirty="0">
                <a:solidFill>
                  <a:schemeClr val="bg1">
                    <a:lumMod val="50000"/>
                  </a:schemeClr>
                </a:solidFill>
                <a:effectLst/>
                <a:ea typeface="Times New Roman" panose="02020603050405020304" pitchFamily="18" charset="0"/>
              </a:rPr>
              <a:t>Lorem ipsum dolor sit amet, consectetur adipiscing elit, sed do eiusmod tempor incididunt ut labore et dolore magna aliqua. Lacus sed viverra tellus in hac habitasse platea dictumst. Rutrum tellus</a:t>
            </a:r>
          </a:p>
        </p:txBody>
      </p:sp>
      <p:sp>
        <p:nvSpPr>
          <p:cNvPr id="16" name="Rectangle 15">
            <a:extLst>
              <a:ext uri="{FF2B5EF4-FFF2-40B4-BE49-F238E27FC236}">
                <a16:creationId xmlns:a16="http://schemas.microsoft.com/office/drawing/2014/main" id="{373F3E01-D68F-486D-A55B-4FE1CAF45A76}"/>
              </a:ext>
            </a:extLst>
          </p:cNvPr>
          <p:cNvSpPr/>
          <p:nvPr/>
        </p:nvSpPr>
        <p:spPr>
          <a:xfrm>
            <a:off x="11541482" y="692205"/>
            <a:ext cx="45719" cy="7379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TextBox 16">
            <a:extLst>
              <a:ext uri="{FF2B5EF4-FFF2-40B4-BE49-F238E27FC236}">
                <a16:creationId xmlns:a16="http://schemas.microsoft.com/office/drawing/2014/main" id="{A25593B1-E10E-4A9F-AD7C-4CB46A84EAD0}"/>
              </a:ext>
            </a:extLst>
          </p:cNvPr>
          <p:cNvSpPr txBox="1"/>
          <p:nvPr/>
        </p:nvSpPr>
        <p:spPr>
          <a:xfrm>
            <a:off x="10887777" y="5578639"/>
            <a:ext cx="870128" cy="769441"/>
          </a:xfrm>
          <a:prstGeom prst="rect">
            <a:avLst/>
          </a:prstGeom>
          <a:noFill/>
        </p:spPr>
        <p:txBody>
          <a:bodyPr wrap="square" rtlCol="0">
            <a:spAutoFit/>
          </a:bodyPr>
          <a:lstStyle/>
          <a:p>
            <a:pPr algn="r"/>
            <a:fld id="{0A05DCDB-5849-4A92-B715-72B5EC440DF0}" type="slidenum">
              <a:rPr lang="en-ID" sz="4400" smtClean="0">
                <a:solidFill>
                  <a:schemeClr val="bg1">
                    <a:lumMod val="95000"/>
                  </a:schemeClr>
                </a:solidFill>
              </a:rPr>
              <a:pPr algn="r"/>
              <a:t>36</a:t>
            </a:fld>
            <a:endParaRPr lang="en-ID" sz="4400" dirty="0">
              <a:solidFill>
                <a:schemeClr val="bg1">
                  <a:lumMod val="95000"/>
                </a:schemeClr>
              </a:solidFill>
            </a:endParaRPr>
          </a:p>
        </p:txBody>
      </p:sp>
    </p:spTree>
    <p:extLst>
      <p:ext uri="{BB962C8B-B14F-4D97-AF65-F5344CB8AC3E}">
        <p14:creationId xmlns:p14="http://schemas.microsoft.com/office/powerpoint/2010/main" val="1973115817"/>
      </p:ext>
    </p:extLst>
  </p:cSld>
  <p:clrMapOvr>
    <a:masterClrMapping/>
  </p:clrMapOvr>
</p:sld>
</file>

<file path=ppt/theme/theme1.xml><?xml version="1.0" encoding="utf-8"?>
<a:theme xmlns:a="http://schemas.openxmlformats.org/drawingml/2006/main" name="Office Theme">
  <a:themeElements>
    <a:clrScheme name="Custom 57">
      <a:dk1>
        <a:sysClr val="windowText" lastClr="000000"/>
      </a:dk1>
      <a:lt1>
        <a:sysClr val="window" lastClr="FFFFFF"/>
      </a:lt1>
      <a:dk2>
        <a:srgbClr val="44546A"/>
      </a:dk2>
      <a:lt2>
        <a:srgbClr val="FAFAFA"/>
      </a:lt2>
      <a:accent1>
        <a:srgbClr val="252525"/>
      </a:accent1>
      <a:accent2>
        <a:srgbClr val="F3F3F3"/>
      </a:accent2>
      <a:accent3>
        <a:srgbClr val="F7F0F0"/>
      </a:accent3>
      <a:accent4>
        <a:srgbClr val="6699FF"/>
      </a:accent4>
      <a:accent5>
        <a:srgbClr val="377AFF"/>
      </a:accent5>
      <a:accent6>
        <a:srgbClr val="1966FF"/>
      </a:accent6>
      <a:hlink>
        <a:srgbClr val="0563C1"/>
      </a:hlink>
      <a:folHlink>
        <a:srgbClr val="954F72"/>
      </a:folHlink>
    </a:clrScheme>
    <a:fontScheme name="Custom 16">
      <a:majorFont>
        <a:latin typeface="Cabin Bold"/>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85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3216</TotalTime>
  <Words>2295</Words>
  <Application>Microsoft Office PowerPoint</Application>
  <PresentationFormat>Widescreen</PresentationFormat>
  <Paragraphs>301</Paragraphs>
  <Slides>36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Cabin Bold</vt:lpstr>
      <vt:lpstr>Calibri</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Ma</dc:creator>
  <cp:lastModifiedBy>David Ma</cp:lastModifiedBy>
  <cp:revision>271</cp:revision>
  <dcterms:created xsi:type="dcterms:W3CDTF">2020-06-28T18:41:41Z</dcterms:created>
  <dcterms:modified xsi:type="dcterms:W3CDTF">2020-11-30T07:15:51Z</dcterms:modified>
</cp:coreProperties>
</file>